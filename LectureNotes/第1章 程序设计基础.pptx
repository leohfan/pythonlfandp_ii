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321" r:id="rId25"/>
    <p:sldId id="322" r:id="rId26"/>
    <p:sldId id="323" r:id="rId27"/>
    <p:sldId id="324" r:id="rId28"/>
    <p:sldId id="325" r:id="rId29"/>
    <p:sldId id="320" r:id="rId30"/>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mj-lt"/>
        <a:ea typeface="+mj-ea"/>
        <a:cs typeface="+mj-cs"/>
        <a:sym typeface="Euphemia"/>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mj-lt"/>
        <a:ea typeface="+mj-ea"/>
        <a:cs typeface="+mj-cs"/>
        <a:sym typeface="Euphemia"/>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mj-lt"/>
        <a:ea typeface="+mj-ea"/>
        <a:cs typeface="+mj-cs"/>
        <a:sym typeface="Euphemia"/>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mj-lt"/>
        <a:ea typeface="+mj-ea"/>
        <a:cs typeface="+mj-cs"/>
        <a:sym typeface="Euphemia"/>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mj-lt"/>
        <a:ea typeface="+mj-ea"/>
        <a:cs typeface="+mj-cs"/>
        <a:sym typeface="Euphemia"/>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mj-lt"/>
        <a:ea typeface="+mj-ea"/>
        <a:cs typeface="+mj-cs"/>
        <a:sym typeface="Euphemia"/>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mj-lt"/>
        <a:ea typeface="+mj-ea"/>
        <a:cs typeface="+mj-cs"/>
        <a:sym typeface="Euphemia"/>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mj-lt"/>
        <a:ea typeface="+mj-ea"/>
        <a:cs typeface="+mj-cs"/>
        <a:sym typeface="Euphemia"/>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mj-lt"/>
        <a:ea typeface="+mj-ea"/>
        <a:cs typeface="+mj-cs"/>
        <a:sym typeface="Euphemia"/>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32FF"/>
    <a:srgbClr val="0054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ajor">
          <a:schemeClr val="accent1"/>
        </a:fontRef>
        <a:schemeClr val="accent1"/>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CECD"/>
          </a:solidFill>
        </a:fill>
      </a:tcStyle>
    </a:wholeTbl>
    <a:band2H>
      <a:tcTxStyle/>
      <a:tcStyle>
        <a:tcBdr/>
        <a:fill>
          <a:solidFill>
            <a:srgbClr val="E8E8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chemeClr val="accent1"/>
        </a:fontRef>
        <a:schemeClr val="accent1"/>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0D3"/>
          </a:solidFill>
        </a:fill>
      </a:tcStyle>
    </a:wholeTbl>
    <a:band2H>
      <a:tcTxStyle/>
      <a:tcStyle>
        <a:tcBdr/>
        <a:fill>
          <a:solidFill>
            <a:srgbClr val="E9E9EA"/>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chemeClr val="accent1"/>
        </a:fontRef>
        <a:schemeClr val="accent1"/>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1E0DE"/>
          </a:solidFill>
        </a:fill>
      </a:tcStyle>
    </a:wholeTbl>
    <a:band2H>
      <a:tcTxStyle/>
      <a:tcStyle>
        <a:tcBdr/>
        <a:fill>
          <a:solidFill>
            <a:srgbClr val="F1F0EF"/>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chemeClr val="accent1"/>
        </a:fontRef>
        <a:schemeClr val="accent1"/>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8E8E8"/>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chemeClr val="accent1"/>
        </a:fontRef>
        <a:schemeClr val="accent1"/>
      </a:tcTxStyle>
      <a:tcStyle>
        <a:tcBdr>
          <a:left>
            <a:ln w="12700" cap="flat">
              <a:noFill/>
              <a:miter lim="400000"/>
            </a:ln>
          </a:left>
          <a:right>
            <a:ln w="12700" cap="flat">
              <a:noFill/>
              <a:miter lim="400000"/>
            </a:ln>
          </a:right>
          <a:top>
            <a:ln w="50800" cap="flat">
              <a:solidFill>
                <a:schemeClr val="accent1"/>
              </a:solidFill>
              <a:prstDash val="solid"/>
              <a:round/>
            </a:ln>
          </a:top>
          <a:bottom>
            <a:ln w="25400" cap="flat">
              <a:solidFill>
                <a:schemeClr val="accent1"/>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chemeClr val="accent1"/>
              </a:solidFill>
              <a:prstDash val="solid"/>
              <a:round/>
            </a:ln>
          </a:top>
          <a:bottom>
            <a:ln w="25400" cap="flat">
              <a:solidFill>
                <a:schemeClr val="accent1"/>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chemeClr val="accent1"/>
        </a:fontRef>
        <a:schemeClr val="accent1"/>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CECD"/>
          </a:solidFill>
        </a:fill>
      </a:tcStyle>
    </a:wholeTbl>
    <a:band2H>
      <a:tcTxStyle/>
      <a:tcStyle>
        <a:tcBdr/>
        <a:fill>
          <a:solidFill>
            <a:srgbClr val="E8E8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2708684C-4D16-4618-839F-0558EEFCDFE6}" styleName="">
    <a:tblBg/>
    <a:wholeTbl>
      <a:tcTxStyle b="off" i="off">
        <a:fontRef idx="major">
          <a:schemeClr val="accent1"/>
        </a:fontRef>
        <a:schemeClr val="accent1"/>
      </a:tcTxStyle>
      <a:tcStyle>
        <a:tcBdr>
          <a:left>
            <a:ln w="12700" cap="flat">
              <a:solidFill>
                <a:schemeClr val="accent1"/>
              </a:solidFill>
              <a:prstDash val="solid"/>
              <a:round/>
            </a:ln>
          </a:left>
          <a:right>
            <a:ln w="12700" cap="flat">
              <a:solidFill>
                <a:schemeClr val="accent1"/>
              </a:solidFill>
              <a:prstDash val="solid"/>
              <a:round/>
            </a:ln>
          </a:right>
          <a:top>
            <a:ln w="12700" cap="flat">
              <a:solidFill>
                <a:schemeClr val="accent1"/>
              </a:solidFill>
              <a:prstDash val="solid"/>
              <a:round/>
            </a:ln>
          </a:top>
          <a:bottom>
            <a:ln w="12700" cap="flat">
              <a:solidFill>
                <a:schemeClr val="accent1"/>
              </a:solidFill>
              <a:prstDash val="solid"/>
              <a:round/>
            </a:ln>
          </a:bottom>
          <a:insideH>
            <a:ln w="12700" cap="flat">
              <a:solidFill>
                <a:schemeClr val="accent1"/>
              </a:solidFill>
              <a:prstDash val="solid"/>
              <a:round/>
            </a:ln>
          </a:insideH>
          <a:insideV>
            <a:ln w="12700" cap="flat">
              <a:solidFill>
                <a:schemeClr val="accent1"/>
              </a:solidFill>
              <a:prstDash val="solid"/>
              <a:round/>
            </a:ln>
          </a:insideV>
        </a:tcBdr>
        <a:fill>
          <a:solidFill>
            <a:schemeClr val="accent1">
              <a:alpha val="20000"/>
            </a:schemeClr>
          </a:solidFill>
        </a:fill>
      </a:tcStyle>
    </a:wholeTbl>
    <a:band2H>
      <a:tcTxStyle/>
      <a:tcStyle>
        <a:tcBdr/>
        <a:fill>
          <a:solidFill>
            <a:srgbClr val="FFFFFF"/>
          </a:solidFill>
        </a:fill>
      </a:tcStyle>
    </a:band2H>
    <a:firstCol>
      <a:tcTxStyle b="on" i="off">
        <a:fontRef idx="major">
          <a:schemeClr val="accent1"/>
        </a:fontRef>
        <a:schemeClr val="accent1"/>
      </a:tcTxStyle>
      <a:tcStyle>
        <a:tcBdr>
          <a:left>
            <a:ln w="12700" cap="flat">
              <a:solidFill>
                <a:schemeClr val="accent1"/>
              </a:solidFill>
              <a:prstDash val="solid"/>
              <a:round/>
            </a:ln>
          </a:left>
          <a:right>
            <a:ln w="12700" cap="flat">
              <a:solidFill>
                <a:schemeClr val="accent1"/>
              </a:solidFill>
              <a:prstDash val="solid"/>
              <a:round/>
            </a:ln>
          </a:right>
          <a:top>
            <a:ln w="12700" cap="flat">
              <a:solidFill>
                <a:schemeClr val="accent1"/>
              </a:solidFill>
              <a:prstDash val="solid"/>
              <a:round/>
            </a:ln>
          </a:top>
          <a:bottom>
            <a:ln w="12700" cap="flat">
              <a:solidFill>
                <a:schemeClr val="accent1"/>
              </a:solidFill>
              <a:prstDash val="solid"/>
              <a:round/>
            </a:ln>
          </a:bottom>
          <a:insideH>
            <a:ln w="12700" cap="flat">
              <a:solidFill>
                <a:schemeClr val="accent1"/>
              </a:solidFill>
              <a:prstDash val="solid"/>
              <a:round/>
            </a:ln>
          </a:insideH>
          <a:insideV>
            <a:ln w="12700" cap="flat">
              <a:solidFill>
                <a:schemeClr val="accent1"/>
              </a:solidFill>
              <a:prstDash val="solid"/>
              <a:round/>
            </a:ln>
          </a:insideV>
        </a:tcBdr>
        <a:fill>
          <a:solidFill>
            <a:schemeClr val="accent1">
              <a:alpha val="20000"/>
            </a:schemeClr>
          </a:solidFill>
        </a:fill>
      </a:tcStyle>
    </a:firstCol>
    <a:lastRow>
      <a:tcTxStyle b="on" i="off">
        <a:fontRef idx="major">
          <a:schemeClr val="accent1"/>
        </a:fontRef>
        <a:schemeClr val="accent1"/>
      </a:tcTxStyle>
      <a:tcStyle>
        <a:tcBdr>
          <a:left>
            <a:ln w="12700" cap="flat">
              <a:solidFill>
                <a:schemeClr val="accent1"/>
              </a:solidFill>
              <a:prstDash val="solid"/>
              <a:round/>
            </a:ln>
          </a:left>
          <a:right>
            <a:ln w="12700" cap="flat">
              <a:solidFill>
                <a:schemeClr val="accent1"/>
              </a:solidFill>
              <a:prstDash val="solid"/>
              <a:round/>
            </a:ln>
          </a:right>
          <a:top>
            <a:ln w="50800" cap="flat">
              <a:solidFill>
                <a:schemeClr val="accent1"/>
              </a:solidFill>
              <a:prstDash val="solid"/>
              <a:round/>
            </a:ln>
          </a:top>
          <a:bottom>
            <a:ln w="12700" cap="flat">
              <a:solidFill>
                <a:schemeClr val="accent1"/>
              </a:solidFill>
              <a:prstDash val="solid"/>
              <a:round/>
            </a:ln>
          </a:bottom>
          <a:insideH>
            <a:ln w="12700" cap="flat">
              <a:solidFill>
                <a:schemeClr val="accent1"/>
              </a:solidFill>
              <a:prstDash val="solid"/>
              <a:round/>
            </a:ln>
          </a:insideH>
          <a:insideV>
            <a:ln w="12700" cap="flat">
              <a:solidFill>
                <a:schemeClr val="accent1"/>
              </a:solidFill>
              <a:prstDash val="solid"/>
              <a:round/>
            </a:ln>
          </a:insideV>
        </a:tcBdr>
        <a:fill>
          <a:noFill/>
        </a:fill>
      </a:tcStyle>
    </a:lastRow>
    <a:firstRow>
      <a:tcTxStyle b="on" i="off">
        <a:fontRef idx="major">
          <a:schemeClr val="accent1"/>
        </a:fontRef>
        <a:schemeClr val="accent1"/>
      </a:tcTxStyle>
      <a:tcStyle>
        <a:tcBdr>
          <a:left>
            <a:ln w="12700" cap="flat">
              <a:solidFill>
                <a:schemeClr val="accent1"/>
              </a:solidFill>
              <a:prstDash val="solid"/>
              <a:round/>
            </a:ln>
          </a:left>
          <a:right>
            <a:ln w="12700" cap="flat">
              <a:solidFill>
                <a:schemeClr val="accent1"/>
              </a:solidFill>
              <a:prstDash val="solid"/>
              <a:round/>
            </a:ln>
          </a:right>
          <a:top>
            <a:ln w="12700" cap="flat">
              <a:solidFill>
                <a:schemeClr val="accent1"/>
              </a:solidFill>
              <a:prstDash val="solid"/>
              <a:round/>
            </a:ln>
          </a:top>
          <a:bottom>
            <a:ln w="25400" cap="flat">
              <a:solidFill>
                <a:schemeClr val="accent1"/>
              </a:solidFill>
              <a:prstDash val="solid"/>
              <a:round/>
            </a:ln>
          </a:bottom>
          <a:insideH>
            <a:ln w="12700" cap="flat">
              <a:solidFill>
                <a:schemeClr val="accent1"/>
              </a:solidFill>
              <a:prstDash val="solid"/>
              <a:round/>
            </a:ln>
          </a:insideH>
          <a:insideV>
            <a:ln w="12700" cap="flat">
              <a:solidFill>
                <a:schemeClr val="accent1"/>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614"/>
    <p:restoredTop sz="94658"/>
  </p:normalViewPr>
  <p:slideViewPr>
    <p:cSldViewPr snapToGrid="0" snapToObjects="1">
      <p:cViewPr varScale="1">
        <p:scale>
          <a:sx n="120" d="100"/>
          <a:sy n="120" d="100"/>
        </p:scale>
        <p:origin x="38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8" name="Shape 148"/>
          <p:cNvSpPr>
            <a:spLocks noGrp="1" noRot="1" noChangeAspect="1"/>
          </p:cNvSpPr>
          <p:nvPr>
            <p:ph type="sldImg"/>
          </p:nvPr>
        </p:nvSpPr>
        <p:spPr>
          <a:xfrm>
            <a:off x="1143000" y="685800"/>
            <a:ext cx="4572000" cy="3429000"/>
          </a:xfrm>
          <a:prstGeom prst="rect">
            <a:avLst/>
          </a:prstGeom>
        </p:spPr>
        <p:txBody>
          <a:bodyPr/>
          <a:lstStyle/>
          <a:p>
            <a:endParaRPr/>
          </a:p>
        </p:txBody>
      </p:sp>
      <p:sp>
        <p:nvSpPr>
          <p:cNvPr id="149" name="Shape 149"/>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solidFill>
          <a:schemeClr val="accent1"/>
        </a:solidFill>
        <a:latin typeface="+mj-lt"/>
        <a:ea typeface="+mj-ea"/>
        <a:cs typeface="+mj-cs"/>
        <a:sym typeface="Euphemia"/>
      </a:defRPr>
    </a:lvl1pPr>
    <a:lvl2pPr indent="228600" latinLnBrk="0">
      <a:defRPr sz="1200">
        <a:solidFill>
          <a:schemeClr val="accent1"/>
        </a:solidFill>
        <a:latin typeface="+mj-lt"/>
        <a:ea typeface="+mj-ea"/>
        <a:cs typeface="+mj-cs"/>
        <a:sym typeface="Euphemia"/>
      </a:defRPr>
    </a:lvl2pPr>
    <a:lvl3pPr indent="457200" latinLnBrk="0">
      <a:defRPr sz="1200">
        <a:solidFill>
          <a:schemeClr val="accent1"/>
        </a:solidFill>
        <a:latin typeface="+mj-lt"/>
        <a:ea typeface="+mj-ea"/>
        <a:cs typeface="+mj-cs"/>
        <a:sym typeface="Euphemia"/>
      </a:defRPr>
    </a:lvl3pPr>
    <a:lvl4pPr indent="685800" latinLnBrk="0">
      <a:defRPr sz="1200">
        <a:solidFill>
          <a:schemeClr val="accent1"/>
        </a:solidFill>
        <a:latin typeface="+mj-lt"/>
        <a:ea typeface="+mj-ea"/>
        <a:cs typeface="+mj-cs"/>
        <a:sym typeface="Euphemia"/>
      </a:defRPr>
    </a:lvl4pPr>
    <a:lvl5pPr indent="914400" latinLnBrk="0">
      <a:defRPr sz="1200">
        <a:solidFill>
          <a:schemeClr val="accent1"/>
        </a:solidFill>
        <a:latin typeface="+mj-lt"/>
        <a:ea typeface="+mj-ea"/>
        <a:cs typeface="+mj-cs"/>
        <a:sym typeface="Euphemia"/>
      </a:defRPr>
    </a:lvl5pPr>
    <a:lvl6pPr indent="1143000" latinLnBrk="0">
      <a:defRPr sz="1200">
        <a:solidFill>
          <a:schemeClr val="accent1"/>
        </a:solidFill>
        <a:latin typeface="+mj-lt"/>
        <a:ea typeface="+mj-ea"/>
        <a:cs typeface="+mj-cs"/>
        <a:sym typeface="Euphemia"/>
      </a:defRPr>
    </a:lvl6pPr>
    <a:lvl7pPr indent="1371600" latinLnBrk="0">
      <a:defRPr sz="1200">
        <a:solidFill>
          <a:schemeClr val="accent1"/>
        </a:solidFill>
        <a:latin typeface="+mj-lt"/>
        <a:ea typeface="+mj-ea"/>
        <a:cs typeface="+mj-cs"/>
        <a:sym typeface="Euphemia"/>
      </a:defRPr>
    </a:lvl7pPr>
    <a:lvl8pPr indent="1600200" latinLnBrk="0">
      <a:defRPr sz="1200">
        <a:solidFill>
          <a:schemeClr val="accent1"/>
        </a:solidFill>
        <a:latin typeface="+mj-lt"/>
        <a:ea typeface="+mj-ea"/>
        <a:cs typeface="+mj-cs"/>
        <a:sym typeface="Euphemia"/>
      </a:defRPr>
    </a:lvl8pPr>
    <a:lvl9pPr indent="1828800" latinLnBrk="0">
      <a:defRPr sz="1200">
        <a:solidFill>
          <a:schemeClr val="accent1"/>
        </a:solidFill>
        <a:latin typeface="+mj-lt"/>
        <a:ea typeface="+mj-ea"/>
        <a:cs typeface="+mj-cs"/>
        <a:sym typeface="Euphemia"/>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Shape 156"/>
          <p:cNvSpPr>
            <a:spLocks noGrp="1" noRot="1" noChangeAspect="1"/>
          </p:cNvSpPr>
          <p:nvPr>
            <p:ph type="sldImg"/>
          </p:nvPr>
        </p:nvSpPr>
        <p:spPr>
          <a:xfrm>
            <a:off x="381000" y="685800"/>
            <a:ext cx="6096000" cy="3429000"/>
          </a:xfrm>
          <a:prstGeom prst="rect">
            <a:avLst/>
          </a:prstGeom>
        </p:spPr>
        <p:txBody>
          <a:bodyPr/>
          <a:lstStyle/>
          <a:p>
            <a:endParaRPr/>
          </a:p>
        </p:txBody>
      </p:sp>
      <p:sp>
        <p:nvSpPr>
          <p:cNvPr id="157" name="Shape 157"/>
          <p:cNvSpPr>
            <a:spLocks noGrp="1"/>
          </p:cNvSpPr>
          <p:nvPr>
            <p:ph type="body" sz="quarter" idx="1"/>
          </p:nvPr>
        </p:nvSpPr>
        <p:spPr>
          <a:prstGeom prst="rect">
            <a:avLst/>
          </a:prstGeom>
        </p:spPr>
        <p:txBody>
          <a:bodyPr/>
          <a:lstStyle/>
          <a:p>
            <a:r>
              <a:t>NOTE: Want a different image on this slide? Select the picture and delete it. Now click the Pictures icon in the placeholder to insert your own image.</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16" name="Rectangle 6"/>
          <p:cNvSpPr/>
          <p:nvPr/>
        </p:nvSpPr>
        <p:spPr>
          <a:xfrm>
            <a:off x="0" y="5778124"/>
            <a:ext cx="12192000" cy="1079877"/>
          </a:xfrm>
          <a:prstGeom prst="rect">
            <a:avLst/>
          </a:prstGeom>
          <a:solidFill>
            <a:schemeClr val="accent1"/>
          </a:solidFill>
          <a:ln w="12700">
            <a:miter lim="400000"/>
          </a:ln>
        </p:spPr>
        <p:txBody>
          <a:bodyPr lIns="45719" rIns="45719" anchor="ctr"/>
          <a:lstStyle/>
          <a:p>
            <a:pPr algn="ctr">
              <a:defRPr>
                <a:solidFill>
                  <a:srgbClr val="FFFFFF"/>
                </a:solidFill>
              </a:defRPr>
            </a:pPr>
            <a:endParaRPr/>
          </a:p>
        </p:txBody>
      </p:sp>
      <p:sp>
        <p:nvSpPr>
          <p:cNvPr id="17" name="Rectangle 7"/>
          <p:cNvSpPr/>
          <p:nvPr/>
        </p:nvSpPr>
        <p:spPr>
          <a:xfrm>
            <a:off x="0" y="-1"/>
            <a:ext cx="12192000" cy="1079878"/>
          </a:xfrm>
          <a:prstGeom prst="rect">
            <a:avLst/>
          </a:prstGeom>
          <a:solidFill>
            <a:schemeClr val="accent1"/>
          </a:solidFill>
          <a:ln w="12700">
            <a:miter lim="400000"/>
          </a:ln>
        </p:spPr>
        <p:txBody>
          <a:bodyPr lIns="45719" rIns="45719" anchor="ctr"/>
          <a:lstStyle/>
          <a:p>
            <a:pPr algn="ctr">
              <a:defRPr>
                <a:solidFill>
                  <a:srgbClr val="FFFFFF"/>
                </a:solidFill>
              </a:defRPr>
            </a:pPr>
            <a:endParaRPr/>
          </a:p>
        </p:txBody>
      </p:sp>
      <p:sp>
        <p:nvSpPr>
          <p:cNvPr id="18" name="Title Text"/>
          <p:cNvSpPr txBox="1">
            <a:spLocks noGrp="1"/>
          </p:cNvSpPr>
          <p:nvPr>
            <p:ph type="title"/>
          </p:nvPr>
        </p:nvSpPr>
        <p:spPr>
          <a:xfrm>
            <a:off x="1104900" y="2292094"/>
            <a:ext cx="10096500" cy="2219692"/>
          </a:xfrm>
          <a:prstGeom prst="rect">
            <a:avLst/>
          </a:prstGeom>
        </p:spPr>
        <p:txBody>
          <a:bodyPr anchor="ctr"/>
          <a:lstStyle>
            <a:lvl1pPr>
              <a:defRPr sz="4400" cap="all"/>
            </a:lvl1pPr>
          </a:lstStyle>
          <a:p>
            <a:r>
              <a:t>Title Text</a:t>
            </a:r>
          </a:p>
        </p:txBody>
      </p:sp>
      <p:sp>
        <p:nvSpPr>
          <p:cNvPr id="19" name="Body Level One…"/>
          <p:cNvSpPr txBox="1">
            <a:spLocks noGrp="1"/>
          </p:cNvSpPr>
          <p:nvPr>
            <p:ph type="body" sz="quarter" idx="1"/>
          </p:nvPr>
        </p:nvSpPr>
        <p:spPr>
          <a:xfrm>
            <a:off x="1104897" y="4511783"/>
            <a:ext cx="10096502" cy="955566"/>
          </a:xfrm>
          <a:prstGeom prst="rect">
            <a:avLst/>
          </a:prstGeom>
        </p:spPr>
        <p:txBody>
          <a:bodyPr/>
          <a:lstStyle>
            <a:lvl1pPr marL="0" indent="0">
              <a:spcBef>
                <a:spcPts val="0"/>
              </a:spcBef>
              <a:buSzTx/>
              <a:buNone/>
              <a:defRPr sz="1800"/>
            </a:lvl1pPr>
            <a:lvl2pPr marL="0" indent="457200">
              <a:spcBef>
                <a:spcPts val="0"/>
              </a:spcBef>
              <a:buSzTx/>
              <a:buNone/>
              <a:defRPr sz="1800"/>
            </a:lvl2pPr>
            <a:lvl3pPr marL="0" indent="914400">
              <a:spcBef>
                <a:spcPts val="0"/>
              </a:spcBef>
              <a:buSzTx/>
              <a:buNone/>
              <a:defRPr sz="1800"/>
            </a:lvl3pPr>
            <a:lvl4pPr marL="0" indent="1371600">
              <a:spcBef>
                <a:spcPts val="0"/>
              </a:spcBef>
              <a:buSzTx/>
              <a:buNone/>
              <a:defRPr sz="1800"/>
            </a:lvl4pPr>
            <a:lvl5pPr marL="0" indent="1828800">
              <a:spcBef>
                <a:spcPts val="0"/>
              </a:spcBef>
              <a:buSzTx/>
              <a:buNone/>
              <a:defRPr sz="1800"/>
            </a:lvl5pPr>
          </a:lstStyle>
          <a:p>
            <a:r>
              <a:t>Body Level One</a:t>
            </a:r>
          </a:p>
          <a:p>
            <a:pPr lvl="1"/>
            <a:r>
              <a:t>Body Level Two</a:t>
            </a:r>
          </a:p>
          <a:p>
            <a:pPr lvl="2"/>
            <a:r>
              <a:t>Body Level Three</a:t>
            </a:r>
          </a:p>
          <a:p>
            <a:pPr lvl="3"/>
            <a:r>
              <a:t>Body Level Four</a:t>
            </a:r>
          </a:p>
          <a:p>
            <a:pPr lvl="4"/>
            <a:r>
              <a:t>Body Level Five</a:t>
            </a:r>
          </a:p>
        </p:txBody>
      </p:sp>
      <p:pic>
        <p:nvPicPr>
          <p:cNvPr id="20" name="Ribbon tabPicture 10" descr="Ribbon tabPicture 10"/>
          <p:cNvPicPr>
            <a:picLocks noChangeAspect="1"/>
          </p:cNvPicPr>
          <p:nvPr/>
        </p:nvPicPr>
        <p:blipFill>
          <a:blip r:embed="rId2"/>
          <a:stretch>
            <a:fillRect/>
          </a:stretch>
        </p:blipFill>
        <p:spPr>
          <a:xfrm>
            <a:off x="1324445" y="0"/>
            <a:ext cx="1747524" cy="2292095"/>
          </a:xfrm>
          <a:prstGeom prst="rect">
            <a:avLst/>
          </a:prstGeom>
          <a:ln w="12700">
            <a:miter lim="400000"/>
          </a:ln>
        </p:spPr>
      </p:pic>
      <p:sp>
        <p:nvSpPr>
          <p:cNvPr id="2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28" name="Title Text"/>
          <p:cNvSpPr txBox="1">
            <a:spLocks noGrp="1"/>
          </p:cNvSpPr>
          <p:nvPr>
            <p:ph type="title"/>
          </p:nvPr>
        </p:nvSpPr>
        <p:spPr>
          <a:prstGeom prst="rect">
            <a:avLst/>
          </a:prstGeom>
        </p:spPr>
        <p:txBody>
          <a:bodyPr/>
          <a:lstStyle/>
          <a:p>
            <a:r>
              <a:t>Title Text</a:t>
            </a:r>
          </a:p>
        </p:txBody>
      </p:sp>
      <p:sp>
        <p:nvSpPr>
          <p:cNvPr id="29"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3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Title Slide with Picture">
    <p:spTree>
      <p:nvGrpSpPr>
        <p:cNvPr id="1" name=""/>
        <p:cNvGrpSpPr/>
        <p:nvPr/>
      </p:nvGrpSpPr>
      <p:grpSpPr>
        <a:xfrm>
          <a:off x="0" y="0"/>
          <a:ext cx="0" cy="0"/>
          <a:chOff x="0" y="0"/>
          <a:chExt cx="0" cy="0"/>
        </a:xfrm>
      </p:grpSpPr>
      <p:grpSp>
        <p:nvGrpSpPr>
          <p:cNvPr id="39" name="Group 12"/>
          <p:cNvGrpSpPr/>
          <p:nvPr/>
        </p:nvGrpSpPr>
        <p:grpSpPr>
          <a:xfrm>
            <a:off x="-1" y="5646780"/>
            <a:ext cx="12192001" cy="63126"/>
            <a:chOff x="0" y="0"/>
            <a:chExt cx="12192000" cy="63124"/>
          </a:xfrm>
        </p:grpSpPr>
        <p:sp>
          <p:nvSpPr>
            <p:cNvPr id="37" name="Straight Connector 16"/>
            <p:cNvSpPr/>
            <p:nvPr/>
          </p:nvSpPr>
          <p:spPr>
            <a:xfrm flipH="1" flipV="1">
              <a:off x="0" y="0"/>
              <a:ext cx="12192000" cy="1"/>
            </a:xfrm>
            <a:prstGeom prst="line">
              <a:avLst/>
            </a:prstGeom>
            <a:noFill/>
            <a:ln w="38100" cap="flat">
              <a:solidFill>
                <a:schemeClr val="accent1"/>
              </a:solidFill>
              <a:prstDash val="solid"/>
              <a:miter lim="800000"/>
            </a:ln>
            <a:effectLst/>
          </p:spPr>
          <p:txBody>
            <a:bodyPr wrap="square" lIns="45719" tIns="45719" rIns="45719" bIns="45719" numCol="1" anchor="t">
              <a:noAutofit/>
            </a:bodyPr>
            <a:lstStyle/>
            <a:p>
              <a:endParaRPr/>
            </a:p>
          </p:txBody>
        </p:sp>
        <p:sp>
          <p:nvSpPr>
            <p:cNvPr id="38" name="Straight Connector 17"/>
            <p:cNvSpPr/>
            <p:nvPr/>
          </p:nvSpPr>
          <p:spPr>
            <a:xfrm flipH="1" flipV="1">
              <a:off x="0" y="63124"/>
              <a:ext cx="12192000" cy="1"/>
            </a:xfrm>
            <a:prstGeom prst="line">
              <a:avLst/>
            </a:prstGeom>
            <a:noFill/>
            <a:ln w="12700" cap="flat">
              <a:solidFill>
                <a:schemeClr val="accent1"/>
              </a:solidFill>
              <a:prstDash val="solid"/>
              <a:miter lim="800000"/>
            </a:ln>
            <a:effectLst/>
          </p:spPr>
          <p:txBody>
            <a:bodyPr wrap="square" lIns="45719" tIns="45719" rIns="45719" bIns="45719" numCol="1" anchor="t">
              <a:noAutofit/>
            </a:bodyPr>
            <a:lstStyle/>
            <a:p>
              <a:endParaRPr/>
            </a:p>
          </p:txBody>
        </p:sp>
      </p:grpSp>
      <p:grpSp>
        <p:nvGrpSpPr>
          <p:cNvPr id="42" name="Group 13"/>
          <p:cNvGrpSpPr/>
          <p:nvPr/>
        </p:nvGrpSpPr>
        <p:grpSpPr>
          <a:xfrm>
            <a:off x="0" y="1142999"/>
            <a:ext cx="12192000" cy="63126"/>
            <a:chOff x="0" y="0"/>
            <a:chExt cx="12192000" cy="63124"/>
          </a:xfrm>
        </p:grpSpPr>
        <p:sp>
          <p:nvSpPr>
            <p:cNvPr id="40" name="Straight Connector 14"/>
            <p:cNvSpPr/>
            <p:nvPr/>
          </p:nvSpPr>
          <p:spPr>
            <a:xfrm>
              <a:off x="0" y="63124"/>
              <a:ext cx="12192000" cy="1"/>
            </a:xfrm>
            <a:prstGeom prst="line">
              <a:avLst/>
            </a:prstGeom>
            <a:noFill/>
            <a:ln w="38100" cap="flat">
              <a:solidFill>
                <a:schemeClr val="accent1"/>
              </a:solidFill>
              <a:prstDash val="solid"/>
              <a:miter lim="800000"/>
            </a:ln>
            <a:effectLst/>
          </p:spPr>
          <p:txBody>
            <a:bodyPr wrap="square" lIns="45719" tIns="45719" rIns="45719" bIns="45719" numCol="1" anchor="t">
              <a:noAutofit/>
            </a:bodyPr>
            <a:lstStyle/>
            <a:p>
              <a:endParaRPr/>
            </a:p>
          </p:txBody>
        </p:sp>
        <p:sp>
          <p:nvSpPr>
            <p:cNvPr id="41" name="Straight Connector 15"/>
            <p:cNvSpPr/>
            <p:nvPr/>
          </p:nvSpPr>
          <p:spPr>
            <a:xfrm>
              <a:off x="0" y="-1"/>
              <a:ext cx="12192000" cy="1"/>
            </a:xfrm>
            <a:prstGeom prst="line">
              <a:avLst/>
            </a:prstGeom>
            <a:noFill/>
            <a:ln w="12700" cap="flat">
              <a:solidFill>
                <a:schemeClr val="accent1"/>
              </a:solidFill>
              <a:prstDash val="solid"/>
              <a:miter lim="800000"/>
            </a:ln>
            <a:effectLst/>
          </p:spPr>
          <p:txBody>
            <a:bodyPr wrap="square" lIns="45719" tIns="45719" rIns="45719" bIns="45719" numCol="1" anchor="t">
              <a:noAutofit/>
            </a:bodyPr>
            <a:lstStyle/>
            <a:p>
              <a:endParaRPr/>
            </a:p>
          </p:txBody>
        </p:sp>
      </p:grpSp>
      <p:sp>
        <p:nvSpPr>
          <p:cNvPr id="43" name="Rectangle 6"/>
          <p:cNvSpPr/>
          <p:nvPr/>
        </p:nvSpPr>
        <p:spPr>
          <a:xfrm>
            <a:off x="0" y="5778124"/>
            <a:ext cx="12192000" cy="1079877"/>
          </a:xfrm>
          <a:prstGeom prst="rect">
            <a:avLst/>
          </a:prstGeom>
          <a:solidFill>
            <a:schemeClr val="accent1"/>
          </a:solidFill>
          <a:ln w="12700">
            <a:miter lim="400000"/>
          </a:ln>
        </p:spPr>
        <p:txBody>
          <a:bodyPr lIns="45719" rIns="45719" anchor="ctr"/>
          <a:lstStyle/>
          <a:p>
            <a:pPr algn="ctr">
              <a:defRPr>
                <a:solidFill>
                  <a:srgbClr val="FFFFFF"/>
                </a:solidFill>
              </a:defRPr>
            </a:pPr>
            <a:endParaRPr/>
          </a:p>
        </p:txBody>
      </p:sp>
      <p:sp>
        <p:nvSpPr>
          <p:cNvPr id="44" name="Rectangle 7"/>
          <p:cNvSpPr/>
          <p:nvPr/>
        </p:nvSpPr>
        <p:spPr>
          <a:xfrm>
            <a:off x="0" y="-1"/>
            <a:ext cx="12192000" cy="1079878"/>
          </a:xfrm>
          <a:prstGeom prst="rect">
            <a:avLst/>
          </a:prstGeom>
          <a:solidFill>
            <a:schemeClr val="accent1"/>
          </a:solidFill>
          <a:ln w="12700">
            <a:miter lim="400000"/>
          </a:ln>
        </p:spPr>
        <p:txBody>
          <a:bodyPr lIns="45719" rIns="45719" anchor="ctr"/>
          <a:lstStyle/>
          <a:p>
            <a:pPr algn="ctr">
              <a:defRPr>
                <a:solidFill>
                  <a:srgbClr val="FFFFFF"/>
                </a:solidFill>
              </a:defRPr>
            </a:pPr>
            <a:endParaRPr/>
          </a:p>
        </p:txBody>
      </p:sp>
      <p:sp>
        <p:nvSpPr>
          <p:cNvPr id="45" name="Title Text"/>
          <p:cNvSpPr txBox="1">
            <a:spLocks noGrp="1"/>
          </p:cNvSpPr>
          <p:nvPr>
            <p:ph type="title"/>
          </p:nvPr>
        </p:nvSpPr>
        <p:spPr>
          <a:xfrm>
            <a:off x="1104900" y="2292094"/>
            <a:ext cx="5734050" cy="2219692"/>
          </a:xfrm>
          <a:prstGeom prst="rect">
            <a:avLst/>
          </a:prstGeom>
        </p:spPr>
        <p:txBody>
          <a:bodyPr anchor="ctr"/>
          <a:lstStyle>
            <a:lvl1pPr>
              <a:defRPr sz="4400" cap="all"/>
            </a:lvl1pPr>
          </a:lstStyle>
          <a:p>
            <a:r>
              <a:t>Title Text</a:t>
            </a:r>
          </a:p>
        </p:txBody>
      </p:sp>
      <p:sp>
        <p:nvSpPr>
          <p:cNvPr id="46" name="An empty placeholder to add an image. Click on the placeholder and select the image that you wish to addPicture Placeholder 10"/>
          <p:cNvSpPr>
            <a:spLocks noGrp="1"/>
          </p:cNvSpPr>
          <p:nvPr>
            <p:ph type="pic" sz="half" idx="21"/>
          </p:nvPr>
        </p:nvSpPr>
        <p:spPr>
          <a:xfrm>
            <a:off x="6981063" y="1310656"/>
            <a:ext cx="5210937" cy="4208605"/>
          </a:xfrm>
          <a:prstGeom prst="rect">
            <a:avLst/>
          </a:prstGeom>
        </p:spPr>
        <p:txBody>
          <a:bodyPr lIns="91439" tIns="45719" rIns="91439" bIns="45719">
            <a:noAutofit/>
          </a:bodyPr>
          <a:lstStyle/>
          <a:p>
            <a:endParaRPr/>
          </a:p>
        </p:txBody>
      </p:sp>
      <p:sp>
        <p:nvSpPr>
          <p:cNvPr id="47" name="Body Level One…"/>
          <p:cNvSpPr txBox="1">
            <a:spLocks noGrp="1"/>
          </p:cNvSpPr>
          <p:nvPr>
            <p:ph type="body" sz="quarter" idx="1"/>
          </p:nvPr>
        </p:nvSpPr>
        <p:spPr>
          <a:xfrm>
            <a:off x="1104900" y="4511783"/>
            <a:ext cx="5734050" cy="955566"/>
          </a:xfrm>
          <a:prstGeom prst="rect">
            <a:avLst/>
          </a:prstGeom>
        </p:spPr>
        <p:txBody>
          <a:bodyPr/>
          <a:lstStyle>
            <a:lvl1pPr marL="0" indent="0">
              <a:spcBef>
                <a:spcPts val="0"/>
              </a:spcBef>
              <a:buSzTx/>
              <a:buNone/>
              <a:defRPr sz="1800"/>
            </a:lvl1pPr>
            <a:lvl2pPr marL="0" indent="457200">
              <a:spcBef>
                <a:spcPts val="0"/>
              </a:spcBef>
              <a:buSzTx/>
              <a:buNone/>
              <a:defRPr sz="1800"/>
            </a:lvl2pPr>
            <a:lvl3pPr marL="0" indent="914400">
              <a:spcBef>
                <a:spcPts val="0"/>
              </a:spcBef>
              <a:buSzTx/>
              <a:buNone/>
              <a:defRPr sz="1800"/>
            </a:lvl3pPr>
            <a:lvl4pPr marL="0" indent="1371600">
              <a:spcBef>
                <a:spcPts val="0"/>
              </a:spcBef>
              <a:buSzTx/>
              <a:buNone/>
              <a:defRPr sz="1800"/>
            </a:lvl4pPr>
            <a:lvl5pPr marL="0" indent="1828800">
              <a:spcBef>
                <a:spcPts val="0"/>
              </a:spcBef>
              <a:buSzTx/>
              <a:buNone/>
              <a:defRPr sz="1800"/>
            </a:lvl5pPr>
          </a:lstStyle>
          <a:p>
            <a:r>
              <a:t>Body Level One</a:t>
            </a:r>
          </a:p>
          <a:p>
            <a:pPr lvl="1"/>
            <a:r>
              <a:t>Body Level Two</a:t>
            </a:r>
          </a:p>
          <a:p>
            <a:pPr lvl="2"/>
            <a:r>
              <a:t>Body Level Three</a:t>
            </a:r>
          </a:p>
          <a:p>
            <a:pPr lvl="3"/>
            <a:r>
              <a:t>Body Level Four</a:t>
            </a:r>
          </a:p>
          <a:p>
            <a:pPr lvl="4"/>
            <a:r>
              <a:t>Body Level Five</a:t>
            </a:r>
          </a:p>
        </p:txBody>
      </p:sp>
      <p:pic>
        <p:nvPicPr>
          <p:cNvPr id="48" name="Ribbon tabPicture 9" descr="Ribbon tabPicture 9"/>
          <p:cNvPicPr>
            <a:picLocks noChangeAspect="1"/>
          </p:cNvPicPr>
          <p:nvPr/>
        </p:nvPicPr>
        <p:blipFill>
          <a:blip r:embed="rId2"/>
          <a:stretch>
            <a:fillRect/>
          </a:stretch>
        </p:blipFill>
        <p:spPr>
          <a:xfrm>
            <a:off x="1325880" y="0"/>
            <a:ext cx="1747524" cy="2292095"/>
          </a:xfrm>
          <a:prstGeom prst="rect">
            <a:avLst/>
          </a:prstGeom>
          <a:ln w="12700">
            <a:miter lim="400000"/>
          </a:ln>
        </p:spPr>
      </p:pic>
      <p:sp>
        <p:nvSpPr>
          <p:cNvPr id="49" name="Slide Number"/>
          <p:cNvSpPr txBox="1">
            <a:spLocks noGrp="1"/>
          </p:cNvSpPr>
          <p:nvPr>
            <p:ph type="sldNum" sz="quarter" idx="2"/>
          </p:nvPr>
        </p:nvSpPr>
        <p:spPr>
          <a:xfrm>
            <a:off x="5892800" y="6172200"/>
            <a:ext cx="2844800" cy="3683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Section Header">
    <p:spTree>
      <p:nvGrpSpPr>
        <p:cNvPr id="1" name=""/>
        <p:cNvGrpSpPr/>
        <p:nvPr/>
      </p:nvGrpSpPr>
      <p:grpSpPr>
        <a:xfrm>
          <a:off x="0" y="0"/>
          <a:ext cx="0" cy="0"/>
          <a:chOff x="0" y="0"/>
          <a:chExt cx="0" cy="0"/>
        </a:xfrm>
      </p:grpSpPr>
      <p:grpSp>
        <p:nvGrpSpPr>
          <p:cNvPr id="63" name="Group 7"/>
          <p:cNvGrpSpPr/>
          <p:nvPr/>
        </p:nvGrpSpPr>
        <p:grpSpPr>
          <a:xfrm>
            <a:off x="-1" y="2514599"/>
            <a:ext cx="12192001" cy="3195307"/>
            <a:chOff x="0" y="0"/>
            <a:chExt cx="12192000" cy="3195305"/>
          </a:xfrm>
        </p:grpSpPr>
        <p:grpSp>
          <p:nvGrpSpPr>
            <p:cNvPr id="58" name="Group 8"/>
            <p:cNvGrpSpPr/>
            <p:nvPr/>
          </p:nvGrpSpPr>
          <p:grpSpPr>
            <a:xfrm>
              <a:off x="0" y="0"/>
              <a:ext cx="12192001" cy="63125"/>
              <a:chOff x="0" y="0"/>
              <a:chExt cx="12192000" cy="63124"/>
            </a:xfrm>
          </p:grpSpPr>
          <p:sp>
            <p:nvSpPr>
              <p:cNvPr id="56" name="Straight Connector 13"/>
              <p:cNvSpPr/>
              <p:nvPr/>
            </p:nvSpPr>
            <p:spPr>
              <a:xfrm>
                <a:off x="0" y="63124"/>
                <a:ext cx="12192000" cy="1"/>
              </a:xfrm>
              <a:prstGeom prst="line">
                <a:avLst/>
              </a:prstGeom>
              <a:noFill/>
              <a:ln w="38100" cap="flat">
                <a:solidFill>
                  <a:schemeClr val="accent1"/>
                </a:solidFill>
                <a:prstDash val="solid"/>
                <a:miter lim="800000"/>
              </a:ln>
              <a:effectLst/>
            </p:spPr>
            <p:txBody>
              <a:bodyPr wrap="square" lIns="45719" tIns="45719" rIns="45719" bIns="45719" numCol="1" anchor="t">
                <a:noAutofit/>
              </a:bodyPr>
              <a:lstStyle/>
              <a:p>
                <a:endParaRPr/>
              </a:p>
            </p:txBody>
          </p:sp>
          <p:sp>
            <p:nvSpPr>
              <p:cNvPr id="57" name="Straight Connector 14"/>
              <p:cNvSpPr/>
              <p:nvPr/>
            </p:nvSpPr>
            <p:spPr>
              <a:xfrm>
                <a:off x="0" y="-1"/>
                <a:ext cx="12192000" cy="1"/>
              </a:xfrm>
              <a:prstGeom prst="line">
                <a:avLst/>
              </a:prstGeom>
              <a:noFill/>
              <a:ln w="12700" cap="flat">
                <a:solidFill>
                  <a:schemeClr val="accent1"/>
                </a:solidFill>
                <a:prstDash val="solid"/>
                <a:miter lim="800000"/>
              </a:ln>
              <a:effectLst/>
            </p:spPr>
            <p:txBody>
              <a:bodyPr wrap="square" lIns="45719" tIns="45719" rIns="45719" bIns="45719" numCol="1" anchor="t">
                <a:noAutofit/>
              </a:bodyPr>
              <a:lstStyle/>
              <a:p>
                <a:endParaRPr/>
              </a:p>
            </p:txBody>
          </p:sp>
        </p:grpSp>
        <p:sp>
          <p:nvSpPr>
            <p:cNvPr id="59" name="Rectangle 9"/>
            <p:cNvSpPr/>
            <p:nvPr/>
          </p:nvSpPr>
          <p:spPr>
            <a:xfrm>
              <a:off x="0" y="126250"/>
              <a:ext cx="12192001" cy="2941537"/>
            </a:xfrm>
            <a:prstGeom prst="rect">
              <a:avLst/>
            </a:prstGeom>
            <a:solidFill>
              <a:schemeClr val="accent1"/>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nvGrpSpPr>
            <p:cNvPr id="62" name="Group 10"/>
            <p:cNvGrpSpPr/>
            <p:nvPr/>
          </p:nvGrpSpPr>
          <p:grpSpPr>
            <a:xfrm>
              <a:off x="0" y="3132180"/>
              <a:ext cx="12192000" cy="63126"/>
              <a:chOff x="0" y="0"/>
              <a:chExt cx="12192000" cy="63124"/>
            </a:xfrm>
          </p:grpSpPr>
          <p:sp>
            <p:nvSpPr>
              <p:cNvPr id="60" name="Straight Connector 11"/>
              <p:cNvSpPr/>
              <p:nvPr/>
            </p:nvSpPr>
            <p:spPr>
              <a:xfrm flipH="1" flipV="1">
                <a:off x="0" y="0"/>
                <a:ext cx="12192000" cy="1"/>
              </a:xfrm>
              <a:prstGeom prst="line">
                <a:avLst/>
              </a:prstGeom>
              <a:noFill/>
              <a:ln w="38100" cap="flat">
                <a:solidFill>
                  <a:schemeClr val="accent1"/>
                </a:solidFill>
                <a:prstDash val="solid"/>
                <a:miter lim="800000"/>
              </a:ln>
              <a:effectLst/>
            </p:spPr>
            <p:txBody>
              <a:bodyPr wrap="square" lIns="45719" tIns="45719" rIns="45719" bIns="45719" numCol="1" anchor="t">
                <a:noAutofit/>
              </a:bodyPr>
              <a:lstStyle/>
              <a:p>
                <a:endParaRPr/>
              </a:p>
            </p:txBody>
          </p:sp>
          <p:sp>
            <p:nvSpPr>
              <p:cNvPr id="61" name="Straight Connector 12"/>
              <p:cNvSpPr/>
              <p:nvPr/>
            </p:nvSpPr>
            <p:spPr>
              <a:xfrm flipH="1" flipV="1">
                <a:off x="0" y="63124"/>
                <a:ext cx="12192000" cy="1"/>
              </a:xfrm>
              <a:prstGeom prst="line">
                <a:avLst/>
              </a:prstGeom>
              <a:noFill/>
              <a:ln w="12700" cap="flat">
                <a:solidFill>
                  <a:schemeClr val="accent1"/>
                </a:solidFill>
                <a:prstDash val="solid"/>
                <a:miter lim="800000"/>
              </a:ln>
              <a:effectLst/>
            </p:spPr>
            <p:txBody>
              <a:bodyPr wrap="square" lIns="45719" tIns="45719" rIns="45719" bIns="45719" numCol="1" anchor="t">
                <a:noAutofit/>
              </a:bodyPr>
              <a:lstStyle/>
              <a:p>
                <a:endParaRPr/>
              </a:p>
            </p:txBody>
          </p:sp>
        </p:grpSp>
      </p:grpSp>
      <p:sp>
        <p:nvSpPr>
          <p:cNvPr id="64" name="Title Text"/>
          <p:cNvSpPr txBox="1">
            <a:spLocks noGrp="1"/>
          </p:cNvSpPr>
          <p:nvPr>
            <p:ph type="title"/>
          </p:nvPr>
        </p:nvSpPr>
        <p:spPr>
          <a:xfrm>
            <a:off x="1104899" y="2971806"/>
            <a:ext cx="10071100" cy="1684150"/>
          </a:xfrm>
          <a:prstGeom prst="rect">
            <a:avLst/>
          </a:prstGeom>
        </p:spPr>
        <p:txBody>
          <a:bodyPr anchor="ctr"/>
          <a:lstStyle>
            <a:lvl1pPr>
              <a:defRPr sz="4400" cap="all">
                <a:solidFill>
                  <a:srgbClr val="FFFFFF"/>
                </a:solidFill>
              </a:defRPr>
            </a:lvl1pPr>
          </a:lstStyle>
          <a:p>
            <a:r>
              <a:t>Title Text</a:t>
            </a:r>
          </a:p>
        </p:txBody>
      </p:sp>
      <p:sp>
        <p:nvSpPr>
          <p:cNvPr id="65" name="Body Level One…"/>
          <p:cNvSpPr txBox="1">
            <a:spLocks noGrp="1"/>
          </p:cNvSpPr>
          <p:nvPr>
            <p:ph type="body" sz="quarter" idx="1"/>
          </p:nvPr>
        </p:nvSpPr>
        <p:spPr>
          <a:xfrm>
            <a:off x="1104899" y="4655956"/>
            <a:ext cx="10071100" cy="509751"/>
          </a:xfrm>
          <a:prstGeom prst="rect">
            <a:avLst/>
          </a:prstGeom>
        </p:spPr>
        <p:txBody>
          <a:bodyPr/>
          <a:lstStyle>
            <a:lvl1pPr marL="0" indent="0">
              <a:spcBef>
                <a:spcPts val="0"/>
              </a:spcBef>
              <a:buSzTx/>
              <a:buNone/>
              <a:defRPr sz="1600">
                <a:solidFill>
                  <a:srgbClr val="FFFFFF"/>
                </a:solidFill>
              </a:defRPr>
            </a:lvl1pPr>
            <a:lvl2pPr marL="0" indent="457200">
              <a:spcBef>
                <a:spcPts val="0"/>
              </a:spcBef>
              <a:buSzTx/>
              <a:buNone/>
              <a:defRPr sz="1600">
                <a:solidFill>
                  <a:srgbClr val="FFFFFF"/>
                </a:solidFill>
              </a:defRPr>
            </a:lvl2pPr>
            <a:lvl3pPr marL="0" indent="914400">
              <a:spcBef>
                <a:spcPts val="0"/>
              </a:spcBef>
              <a:buSzTx/>
              <a:buNone/>
              <a:defRPr sz="1600">
                <a:solidFill>
                  <a:srgbClr val="FFFFFF"/>
                </a:solidFill>
              </a:defRPr>
            </a:lvl3pPr>
            <a:lvl4pPr marL="0" indent="1371600">
              <a:spcBef>
                <a:spcPts val="0"/>
              </a:spcBef>
              <a:buSzTx/>
              <a:buNone/>
              <a:defRPr sz="1600">
                <a:solidFill>
                  <a:srgbClr val="FFFFFF"/>
                </a:solidFill>
              </a:defRPr>
            </a:lvl4pPr>
            <a:lvl5pPr marL="0" indent="1828800">
              <a:spcBef>
                <a:spcPts val="0"/>
              </a:spcBef>
              <a:buSzTx/>
              <a:buNone/>
              <a:defRPr sz="1600">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pic>
        <p:nvPicPr>
          <p:cNvPr id="66" name="Ribbon tabPicture 6" descr="Ribbon tabPicture 6"/>
          <p:cNvPicPr>
            <a:picLocks noChangeAspect="1"/>
          </p:cNvPicPr>
          <p:nvPr/>
        </p:nvPicPr>
        <p:blipFill>
          <a:blip r:embed="rId2"/>
          <a:stretch>
            <a:fillRect/>
          </a:stretch>
        </p:blipFill>
        <p:spPr>
          <a:xfrm>
            <a:off x="1325880" y="0"/>
            <a:ext cx="1783189" cy="2971807"/>
          </a:xfrm>
          <a:prstGeom prst="rect">
            <a:avLst/>
          </a:prstGeom>
          <a:ln w="12700">
            <a:miter lim="400000"/>
          </a:ln>
        </p:spPr>
      </p:pic>
      <p:sp>
        <p:nvSpPr>
          <p:cNvPr id="6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Two Content">
    <p:spTree>
      <p:nvGrpSpPr>
        <p:cNvPr id="1" name=""/>
        <p:cNvGrpSpPr/>
        <p:nvPr/>
      </p:nvGrpSpPr>
      <p:grpSpPr>
        <a:xfrm>
          <a:off x="0" y="0"/>
          <a:ext cx="0" cy="0"/>
          <a:chOff x="0" y="0"/>
          <a:chExt cx="0" cy="0"/>
        </a:xfrm>
      </p:grpSpPr>
      <p:grpSp>
        <p:nvGrpSpPr>
          <p:cNvPr id="76" name="Group 14"/>
          <p:cNvGrpSpPr/>
          <p:nvPr/>
        </p:nvGrpSpPr>
        <p:grpSpPr>
          <a:xfrm>
            <a:off x="1103375" y="1220470"/>
            <a:ext cx="9985249" cy="84404"/>
            <a:chOff x="0" y="0"/>
            <a:chExt cx="9985247" cy="84402"/>
          </a:xfrm>
        </p:grpSpPr>
        <p:sp>
          <p:nvSpPr>
            <p:cNvPr id="74" name="Straight Connector 12"/>
            <p:cNvSpPr/>
            <p:nvPr/>
          </p:nvSpPr>
          <p:spPr>
            <a:xfrm flipH="1" flipV="1">
              <a:off x="0" y="0"/>
              <a:ext cx="9985248" cy="1"/>
            </a:xfrm>
            <a:prstGeom prst="line">
              <a:avLst/>
            </a:prstGeom>
            <a:noFill/>
            <a:ln w="38100" cap="flat">
              <a:solidFill>
                <a:schemeClr val="accent1"/>
              </a:solidFill>
              <a:prstDash val="solid"/>
              <a:miter lim="800000"/>
            </a:ln>
            <a:effectLst/>
          </p:spPr>
          <p:txBody>
            <a:bodyPr wrap="square" lIns="45719" tIns="45719" rIns="45719" bIns="45719" numCol="1" anchor="t">
              <a:noAutofit/>
            </a:bodyPr>
            <a:lstStyle/>
            <a:p>
              <a:endParaRPr/>
            </a:p>
          </p:txBody>
        </p:sp>
        <p:sp>
          <p:nvSpPr>
            <p:cNvPr id="75" name="Straight Connector 13"/>
            <p:cNvSpPr/>
            <p:nvPr/>
          </p:nvSpPr>
          <p:spPr>
            <a:xfrm flipH="1" flipV="1">
              <a:off x="0" y="84402"/>
              <a:ext cx="9985248" cy="1"/>
            </a:xfrm>
            <a:prstGeom prst="line">
              <a:avLst/>
            </a:prstGeom>
            <a:noFill/>
            <a:ln w="12700" cap="flat">
              <a:solidFill>
                <a:schemeClr val="accent1"/>
              </a:solidFill>
              <a:prstDash val="solid"/>
              <a:miter lim="800000"/>
            </a:ln>
            <a:effectLst/>
          </p:spPr>
          <p:txBody>
            <a:bodyPr wrap="square" lIns="45719" tIns="45719" rIns="45719" bIns="45719" numCol="1" anchor="t">
              <a:noAutofit/>
            </a:bodyPr>
            <a:lstStyle/>
            <a:p>
              <a:endParaRPr/>
            </a:p>
          </p:txBody>
        </p:sp>
      </p:grpSp>
      <p:pic>
        <p:nvPicPr>
          <p:cNvPr id="77" name="Picture 9" descr="Picture 9"/>
          <p:cNvPicPr>
            <a:picLocks noChangeAspect="1"/>
          </p:cNvPicPr>
          <p:nvPr/>
        </p:nvPicPr>
        <p:blipFill>
          <a:blip r:embed="rId2"/>
          <a:stretch>
            <a:fillRect/>
          </a:stretch>
        </p:blipFill>
        <p:spPr>
          <a:xfrm>
            <a:off x="10616510" y="150927"/>
            <a:ext cx="965038" cy="968447"/>
          </a:xfrm>
          <a:prstGeom prst="rect">
            <a:avLst/>
          </a:prstGeom>
          <a:ln w="12700">
            <a:miter lim="400000"/>
          </a:ln>
        </p:spPr>
      </p:pic>
      <p:sp>
        <p:nvSpPr>
          <p:cNvPr id="78" name="Title Text"/>
          <p:cNvSpPr txBox="1">
            <a:spLocks noGrp="1"/>
          </p:cNvSpPr>
          <p:nvPr>
            <p:ph type="title"/>
          </p:nvPr>
        </p:nvSpPr>
        <p:spPr>
          <a:prstGeom prst="rect">
            <a:avLst/>
          </a:prstGeom>
        </p:spPr>
        <p:txBody>
          <a:bodyPr/>
          <a:lstStyle/>
          <a:p>
            <a:r>
              <a:t>Title Text</a:t>
            </a:r>
          </a:p>
        </p:txBody>
      </p:sp>
      <p:sp>
        <p:nvSpPr>
          <p:cNvPr id="79" name="Body Level One…"/>
          <p:cNvSpPr txBox="1">
            <a:spLocks noGrp="1"/>
          </p:cNvSpPr>
          <p:nvPr>
            <p:ph type="body" sz="half" idx="1"/>
          </p:nvPr>
        </p:nvSpPr>
        <p:spPr>
          <a:xfrm>
            <a:off x="1104900" y="1600200"/>
            <a:ext cx="4914900" cy="4571999"/>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8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Comparison">
    <p:spTree>
      <p:nvGrpSpPr>
        <p:cNvPr id="1" name=""/>
        <p:cNvGrpSpPr/>
        <p:nvPr/>
      </p:nvGrpSpPr>
      <p:grpSpPr>
        <a:xfrm>
          <a:off x="0" y="0"/>
          <a:ext cx="0" cy="0"/>
          <a:chOff x="0" y="0"/>
          <a:chExt cx="0" cy="0"/>
        </a:xfrm>
      </p:grpSpPr>
      <p:grpSp>
        <p:nvGrpSpPr>
          <p:cNvPr id="89" name="Group 14"/>
          <p:cNvGrpSpPr/>
          <p:nvPr/>
        </p:nvGrpSpPr>
        <p:grpSpPr>
          <a:xfrm>
            <a:off x="1103375" y="1220470"/>
            <a:ext cx="9985249" cy="84404"/>
            <a:chOff x="0" y="0"/>
            <a:chExt cx="9985247" cy="84402"/>
          </a:xfrm>
        </p:grpSpPr>
        <p:sp>
          <p:nvSpPr>
            <p:cNvPr id="87" name="Straight Connector 12"/>
            <p:cNvSpPr/>
            <p:nvPr/>
          </p:nvSpPr>
          <p:spPr>
            <a:xfrm flipH="1" flipV="1">
              <a:off x="0" y="0"/>
              <a:ext cx="9985248" cy="1"/>
            </a:xfrm>
            <a:prstGeom prst="line">
              <a:avLst/>
            </a:prstGeom>
            <a:noFill/>
            <a:ln w="38100" cap="flat">
              <a:solidFill>
                <a:schemeClr val="accent1"/>
              </a:solidFill>
              <a:prstDash val="solid"/>
              <a:miter lim="800000"/>
            </a:ln>
            <a:effectLst/>
          </p:spPr>
          <p:txBody>
            <a:bodyPr wrap="square" lIns="45719" tIns="45719" rIns="45719" bIns="45719" numCol="1" anchor="t">
              <a:noAutofit/>
            </a:bodyPr>
            <a:lstStyle/>
            <a:p>
              <a:endParaRPr/>
            </a:p>
          </p:txBody>
        </p:sp>
        <p:sp>
          <p:nvSpPr>
            <p:cNvPr id="88" name="Straight Connector 13"/>
            <p:cNvSpPr/>
            <p:nvPr/>
          </p:nvSpPr>
          <p:spPr>
            <a:xfrm flipH="1" flipV="1">
              <a:off x="0" y="84402"/>
              <a:ext cx="9985248" cy="1"/>
            </a:xfrm>
            <a:prstGeom prst="line">
              <a:avLst/>
            </a:prstGeom>
            <a:noFill/>
            <a:ln w="12700" cap="flat">
              <a:solidFill>
                <a:schemeClr val="accent1"/>
              </a:solidFill>
              <a:prstDash val="solid"/>
              <a:miter lim="800000"/>
            </a:ln>
            <a:effectLst/>
          </p:spPr>
          <p:txBody>
            <a:bodyPr wrap="square" lIns="45719" tIns="45719" rIns="45719" bIns="45719" numCol="1" anchor="t">
              <a:noAutofit/>
            </a:bodyPr>
            <a:lstStyle/>
            <a:p>
              <a:endParaRPr/>
            </a:p>
          </p:txBody>
        </p:sp>
      </p:grpSp>
      <p:pic>
        <p:nvPicPr>
          <p:cNvPr id="90" name="Picture 9" descr="Picture 9"/>
          <p:cNvPicPr>
            <a:picLocks noChangeAspect="1"/>
          </p:cNvPicPr>
          <p:nvPr/>
        </p:nvPicPr>
        <p:blipFill>
          <a:blip r:embed="rId2"/>
          <a:stretch>
            <a:fillRect/>
          </a:stretch>
        </p:blipFill>
        <p:spPr>
          <a:xfrm>
            <a:off x="10616510" y="150927"/>
            <a:ext cx="965038" cy="968447"/>
          </a:xfrm>
          <a:prstGeom prst="rect">
            <a:avLst/>
          </a:prstGeom>
          <a:ln w="12700">
            <a:miter lim="400000"/>
          </a:ln>
        </p:spPr>
      </p:pic>
      <p:sp>
        <p:nvSpPr>
          <p:cNvPr id="91" name="Title Text"/>
          <p:cNvSpPr txBox="1">
            <a:spLocks noGrp="1"/>
          </p:cNvSpPr>
          <p:nvPr>
            <p:ph type="title"/>
          </p:nvPr>
        </p:nvSpPr>
        <p:spPr>
          <a:prstGeom prst="rect">
            <a:avLst/>
          </a:prstGeom>
        </p:spPr>
        <p:txBody>
          <a:bodyPr/>
          <a:lstStyle/>
          <a:p>
            <a:r>
              <a:t>Title Text</a:t>
            </a:r>
          </a:p>
        </p:txBody>
      </p:sp>
      <p:sp>
        <p:nvSpPr>
          <p:cNvPr id="92" name="Body Level One…"/>
          <p:cNvSpPr txBox="1">
            <a:spLocks noGrp="1"/>
          </p:cNvSpPr>
          <p:nvPr>
            <p:ph type="body" sz="quarter" idx="1"/>
          </p:nvPr>
        </p:nvSpPr>
        <p:spPr>
          <a:xfrm>
            <a:off x="1104900" y="1600200"/>
            <a:ext cx="4919472" cy="823913"/>
          </a:xfrm>
          <a:prstGeom prst="rect">
            <a:avLst/>
          </a:prstGeom>
        </p:spPr>
        <p:txBody>
          <a:bodyPr anchor="b"/>
          <a:lstStyle>
            <a:lvl1pPr marL="0" indent="0">
              <a:spcBef>
                <a:spcPts val="0"/>
              </a:spcBef>
              <a:buSzTx/>
              <a:buNone/>
              <a:defRPr sz="2400"/>
            </a:lvl1pPr>
            <a:lvl2pPr marL="0" indent="457200">
              <a:spcBef>
                <a:spcPts val="0"/>
              </a:spcBef>
              <a:buSzTx/>
              <a:buNone/>
              <a:defRPr sz="2400"/>
            </a:lvl2pPr>
            <a:lvl3pPr marL="0" indent="914400">
              <a:spcBef>
                <a:spcPts val="0"/>
              </a:spcBef>
              <a:buSzTx/>
              <a:buNone/>
              <a:defRPr sz="2400"/>
            </a:lvl3pPr>
            <a:lvl4pPr marL="0" indent="1371600">
              <a:spcBef>
                <a:spcPts val="0"/>
              </a:spcBef>
              <a:buSzTx/>
              <a:buNone/>
              <a:defRPr sz="2400"/>
            </a:lvl4pPr>
            <a:lvl5pPr marL="0" indent="1828800">
              <a:spcBef>
                <a:spcPts val="0"/>
              </a:spcBef>
              <a:buSzTx/>
              <a:buNone/>
              <a:defRPr sz="2400"/>
            </a:lvl5pPr>
          </a:lstStyle>
          <a:p>
            <a:r>
              <a:t>Body Level One</a:t>
            </a:r>
          </a:p>
          <a:p>
            <a:pPr lvl="1"/>
            <a:r>
              <a:t>Body Level Two</a:t>
            </a:r>
          </a:p>
          <a:p>
            <a:pPr lvl="2"/>
            <a:r>
              <a:t>Body Level Three</a:t>
            </a:r>
          </a:p>
          <a:p>
            <a:pPr lvl="3"/>
            <a:r>
              <a:t>Body Level Four</a:t>
            </a:r>
          </a:p>
          <a:p>
            <a:pPr lvl="4"/>
            <a:r>
              <a:t>Body Level Five</a:t>
            </a:r>
          </a:p>
        </p:txBody>
      </p:sp>
      <p:sp>
        <p:nvSpPr>
          <p:cNvPr id="93" name="Text Placeholder 4"/>
          <p:cNvSpPr>
            <a:spLocks noGrp="1"/>
          </p:cNvSpPr>
          <p:nvPr>
            <p:ph type="body" sz="quarter" idx="21"/>
          </p:nvPr>
        </p:nvSpPr>
        <p:spPr>
          <a:xfrm>
            <a:off x="6166110" y="1600200"/>
            <a:ext cx="4919472" cy="823913"/>
          </a:xfrm>
          <a:prstGeom prst="rect">
            <a:avLst/>
          </a:prstGeom>
        </p:spPr>
        <p:txBody>
          <a:bodyPr anchor="b"/>
          <a:lstStyle/>
          <a:p>
            <a:pPr marL="0" indent="0">
              <a:spcBef>
                <a:spcPts val="0"/>
              </a:spcBef>
              <a:buSzTx/>
              <a:buNone/>
              <a:defRPr sz="2400"/>
            </a:pPr>
            <a:endParaRPr/>
          </a:p>
        </p:txBody>
      </p:sp>
      <p:sp>
        <p:nvSpPr>
          <p:cNvPr id="9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Title Only">
    <p:spTree>
      <p:nvGrpSpPr>
        <p:cNvPr id="1" name=""/>
        <p:cNvGrpSpPr/>
        <p:nvPr/>
      </p:nvGrpSpPr>
      <p:grpSpPr>
        <a:xfrm>
          <a:off x="0" y="0"/>
          <a:ext cx="0" cy="0"/>
          <a:chOff x="0" y="0"/>
          <a:chExt cx="0" cy="0"/>
        </a:xfrm>
      </p:grpSpPr>
      <p:grpSp>
        <p:nvGrpSpPr>
          <p:cNvPr id="103" name="Group 14"/>
          <p:cNvGrpSpPr/>
          <p:nvPr/>
        </p:nvGrpSpPr>
        <p:grpSpPr>
          <a:xfrm>
            <a:off x="1103375" y="1220470"/>
            <a:ext cx="9985249" cy="84404"/>
            <a:chOff x="0" y="0"/>
            <a:chExt cx="9985247" cy="84402"/>
          </a:xfrm>
        </p:grpSpPr>
        <p:sp>
          <p:nvSpPr>
            <p:cNvPr id="101" name="Straight Connector 12"/>
            <p:cNvSpPr/>
            <p:nvPr/>
          </p:nvSpPr>
          <p:spPr>
            <a:xfrm flipH="1" flipV="1">
              <a:off x="0" y="0"/>
              <a:ext cx="9985248" cy="1"/>
            </a:xfrm>
            <a:prstGeom prst="line">
              <a:avLst/>
            </a:prstGeom>
            <a:noFill/>
            <a:ln w="38100" cap="flat">
              <a:solidFill>
                <a:schemeClr val="accent1"/>
              </a:solidFill>
              <a:prstDash val="solid"/>
              <a:miter lim="800000"/>
            </a:ln>
            <a:effectLst/>
          </p:spPr>
          <p:txBody>
            <a:bodyPr wrap="square" lIns="45719" tIns="45719" rIns="45719" bIns="45719" numCol="1" anchor="t">
              <a:noAutofit/>
            </a:bodyPr>
            <a:lstStyle/>
            <a:p>
              <a:endParaRPr/>
            </a:p>
          </p:txBody>
        </p:sp>
        <p:sp>
          <p:nvSpPr>
            <p:cNvPr id="102" name="Straight Connector 13"/>
            <p:cNvSpPr/>
            <p:nvPr/>
          </p:nvSpPr>
          <p:spPr>
            <a:xfrm flipH="1" flipV="1">
              <a:off x="0" y="84402"/>
              <a:ext cx="9985248" cy="1"/>
            </a:xfrm>
            <a:prstGeom prst="line">
              <a:avLst/>
            </a:prstGeom>
            <a:noFill/>
            <a:ln w="12700" cap="flat">
              <a:solidFill>
                <a:schemeClr val="accent1"/>
              </a:solidFill>
              <a:prstDash val="solid"/>
              <a:miter lim="800000"/>
            </a:ln>
            <a:effectLst/>
          </p:spPr>
          <p:txBody>
            <a:bodyPr wrap="square" lIns="45719" tIns="45719" rIns="45719" bIns="45719" numCol="1" anchor="t">
              <a:noAutofit/>
            </a:bodyPr>
            <a:lstStyle/>
            <a:p>
              <a:endParaRPr/>
            </a:p>
          </p:txBody>
        </p:sp>
      </p:grpSp>
      <p:pic>
        <p:nvPicPr>
          <p:cNvPr id="104" name="Picture 9" descr="Picture 9"/>
          <p:cNvPicPr>
            <a:picLocks noChangeAspect="1"/>
          </p:cNvPicPr>
          <p:nvPr/>
        </p:nvPicPr>
        <p:blipFill>
          <a:blip r:embed="rId2"/>
          <a:stretch>
            <a:fillRect/>
          </a:stretch>
        </p:blipFill>
        <p:spPr>
          <a:xfrm>
            <a:off x="10616510" y="150927"/>
            <a:ext cx="965038" cy="968447"/>
          </a:xfrm>
          <a:prstGeom prst="rect">
            <a:avLst/>
          </a:prstGeom>
          <a:ln w="12700">
            <a:miter lim="400000"/>
          </a:ln>
        </p:spPr>
      </p:pic>
      <p:sp>
        <p:nvSpPr>
          <p:cNvPr id="105" name="Title Text"/>
          <p:cNvSpPr txBox="1">
            <a:spLocks noGrp="1"/>
          </p:cNvSpPr>
          <p:nvPr>
            <p:ph type="title"/>
          </p:nvPr>
        </p:nvSpPr>
        <p:spPr>
          <a:prstGeom prst="rect">
            <a:avLst/>
          </a:prstGeom>
        </p:spPr>
        <p:txBody>
          <a:bodyPr/>
          <a:lstStyle/>
          <a:p>
            <a:r>
              <a:t>Title Text</a:t>
            </a:r>
          </a:p>
        </p:txBody>
      </p:sp>
      <p:sp>
        <p:nvSpPr>
          <p:cNvPr id="10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Content with Caption">
    <p:spTree>
      <p:nvGrpSpPr>
        <p:cNvPr id="1" name=""/>
        <p:cNvGrpSpPr/>
        <p:nvPr/>
      </p:nvGrpSpPr>
      <p:grpSpPr>
        <a:xfrm>
          <a:off x="0" y="0"/>
          <a:ext cx="0" cy="0"/>
          <a:chOff x="0" y="0"/>
          <a:chExt cx="0" cy="0"/>
        </a:xfrm>
      </p:grpSpPr>
      <p:grpSp>
        <p:nvGrpSpPr>
          <p:cNvPr id="123" name="Group 14"/>
          <p:cNvGrpSpPr/>
          <p:nvPr/>
        </p:nvGrpSpPr>
        <p:grpSpPr>
          <a:xfrm>
            <a:off x="1103375" y="1220470"/>
            <a:ext cx="9985249" cy="84404"/>
            <a:chOff x="0" y="0"/>
            <a:chExt cx="9985247" cy="84402"/>
          </a:xfrm>
        </p:grpSpPr>
        <p:sp>
          <p:nvSpPr>
            <p:cNvPr id="121" name="Straight Connector 12"/>
            <p:cNvSpPr/>
            <p:nvPr/>
          </p:nvSpPr>
          <p:spPr>
            <a:xfrm flipH="1" flipV="1">
              <a:off x="0" y="0"/>
              <a:ext cx="9985248" cy="1"/>
            </a:xfrm>
            <a:prstGeom prst="line">
              <a:avLst/>
            </a:prstGeom>
            <a:noFill/>
            <a:ln w="38100" cap="flat">
              <a:solidFill>
                <a:schemeClr val="accent1"/>
              </a:solidFill>
              <a:prstDash val="solid"/>
              <a:miter lim="800000"/>
            </a:ln>
            <a:effectLst/>
          </p:spPr>
          <p:txBody>
            <a:bodyPr wrap="square" lIns="45719" tIns="45719" rIns="45719" bIns="45719" numCol="1" anchor="t">
              <a:noAutofit/>
            </a:bodyPr>
            <a:lstStyle/>
            <a:p>
              <a:endParaRPr/>
            </a:p>
          </p:txBody>
        </p:sp>
        <p:sp>
          <p:nvSpPr>
            <p:cNvPr id="122" name="Straight Connector 13"/>
            <p:cNvSpPr/>
            <p:nvPr/>
          </p:nvSpPr>
          <p:spPr>
            <a:xfrm flipH="1" flipV="1">
              <a:off x="0" y="84402"/>
              <a:ext cx="9985248" cy="1"/>
            </a:xfrm>
            <a:prstGeom prst="line">
              <a:avLst/>
            </a:prstGeom>
            <a:noFill/>
            <a:ln w="12700" cap="flat">
              <a:solidFill>
                <a:schemeClr val="accent1"/>
              </a:solidFill>
              <a:prstDash val="solid"/>
              <a:miter lim="800000"/>
            </a:ln>
            <a:effectLst/>
          </p:spPr>
          <p:txBody>
            <a:bodyPr wrap="square" lIns="45719" tIns="45719" rIns="45719" bIns="45719" numCol="1" anchor="t">
              <a:noAutofit/>
            </a:bodyPr>
            <a:lstStyle/>
            <a:p>
              <a:endParaRPr/>
            </a:p>
          </p:txBody>
        </p:sp>
      </p:grpSp>
      <p:pic>
        <p:nvPicPr>
          <p:cNvPr id="124" name="Picture 9" descr="Picture 9"/>
          <p:cNvPicPr>
            <a:picLocks noChangeAspect="1"/>
          </p:cNvPicPr>
          <p:nvPr/>
        </p:nvPicPr>
        <p:blipFill>
          <a:blip r:embed="rId2"/>
          <a:stretch>
            <a:fillRect/>
          </a:stretch>
        </p:blipFill>
        <p:spPr>
          <a:xfrm>
            <a:off x="10616510" y="150927"/>
            <a:ext cx="965038" cy="968447"/>
          </a:xfrm>
          <a:prstGeom prst="rect">
            <a:avLst/>
          </a:prstGeom>
          <a:ln w="12700">
            <a:miter lim="400000"/>
          </a:ln>
        </p:spPr>
      </p:pic>
      <p:sp>
        <p:nvSpPr>
          <p:cNvPr id="125" name="Title Text"/>
          <p:cNvSpPr txBox="1">
            <a:spLocks noGrp="1"/>
          </p:cNvSpPr>
          <p:nvPr>
            <p:ph type="title"/>
          </p:nvPr>
        </p:nvSpPr>
        <p:spPr>
          <a:prstGeom prst="rect">
            <a:avLst/>
          </a:prstGeom>
        </p:spPr>
        <p:txBody>
          <a:bodyPr/>
          <a:lstStyle>
            <a:lvl1pPr>
              <a:defRPr sz="3200"/>
            </a:lvl1pPr>
          </a:lstStyle>
          <a:p>
            <a:r>
              <a:t>Title Text</a:t>
            </a:r>
          </a:p>
        </p:txBody>
      </p:sp>
      <p:sp>
        <p:nvSpPr>
          <p:cNvPr id="126" name="Body Level One…"/>
          <p:cNvSpPr txBox="1">
            <a:spLocks noGrp="1"/>
          </p:cNvSpPr>
          <p:nvPr>
            <p:ph type="body" sz="half" idx="1"/>
          </p:nvPr>
        </p:nvSpPr>
        <p:spPr>
          <a:xfrm>
            <a:off x="5641847" y="1600199"/>
            <a:ext cx="5445253" cy="4572002"/>
          </a:xfrm>
          <a:prstGeom prst="rect">
            <a:avLst/>
          </a:prstGeom>
        </p:spPr>
        <p:txBody>
          <a:bodyPr/>
          <a:lstStyle>
            <a:lvl3pPr marL="1200150" indent="-285750"/>
          </a:lstStyle>
          <a:p>
            <a:r>
              <a:t>Body Level One</a:t>
            </a:r>
          </a:p>
          <a:p>
            <a:pPr lvl="1"/>
            <a:r>
              <a:t>Body Level Two</a:t>
            </a:r>
          </a:p>
          <a:p>
            <a:pPr lvl="2"/>
            <a:r>
              <a:t>Body Level Three</a:t>
            </a:r>
          </a:p>
          <a:p>
            <a:pPr lvl="3"/>
            <a:r>
              <a:t>Body Level Four</a:t>
            </a:r>
          </a:p>
          <a:p>
            <a:pPr lvl="4"/>
            <a:r>
              <a:t>Body Level Five</a:t>
            </a:r>
          </a:p>
        </p:txBody>
      </p:sp>
      <p:sp>
        <p:nvSpPr>
          <p:cNvPr id="127" name="Text Placeholder 3"/>
          <p:cNvSpPr>
            <a:spLocks noGrp="1"/>
          </p:cNvSpPr>
          <p:nvPr>
            <p:ph type="body" sz="half" idx="21"/>
          </p:nvPr>
        </p:nvSpPr>
        <p:spPr>
          <a:xfrm>
            <a:off x="1104900" y="1600200"/>
            <a:ext cx="4384548" cy="4572000"/>
          </a:xfrm>
          <a:prstGeom prst="rect">
            <a:avLst/>
          </a:prstGeom>
        </p:spPr>
        <p:txBody>
          <a:bodyPr/>
          <a:lstStyle/>
          <a:p>
            <a:pPr marL="0" indent="0">
              <a:spcBef>
                <a:spcPts val="1200"/>
              </a:spcBef>
              <a:buSzTx/>
              <a:buNone/>
              <a:defRPr sz="1800"/>
            </a:pPr>
            <a:endParaRPr/>
          </a:p>
        </p:txBody>
      </p:sp>
      <p:sp>
        <p:nvSpPr>
          <p:cNvPr id="1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Picture with Caption">
    <p:spTree>
      <p:nvGrpSpPr>
        <p:cNvPr id="1" name=""/>
        <p:cNvGrpSpPr/>
        <p:nvPr/>
      </p:nvGrpSpPr>
      <p:grpSpPr>
        <a:xfrm>
          <a:off x="0" y="0"/>
          <a:ext cx="0" cy="0"/>
          <a:chOff x="0" y="0"/>
          <a:chExt cx="0" cy="0"/>
        </a:xfrm>
      </p:grpSpPr>
      <p:grpSp>
        <p:nvGrpSpPr>
          <p:cNvPr id="137" name="Group 14"/>
          <p:cNvGrpSpPr/>
          <p:nvPr/>
        </p:nvGrpSpPr>
        <p:grpSpPr>
          <a:xfrm>
            <a:off x="1103375" y="1220470"/>
            <a:ext cx="9985249" cy="84404"/>
            <a:chOff x="0" y="0"/>
            <a:chExt cx="9985247" cy="84402"/>
          </a:xfrm>
        </p:grpSpPr>
        <p:sp>
          <p:nvSpPr>
            <p:cNvPr id="135" name="Straight Connector 12"/>
            <p:cNvSpPr/>
            <p:nvPr/>
          </p:nvSpPr>
          <p:spPr>
            <a:xfrm flipH="1" flipV="1">
              <a:off x="0" y="0"/>
              <a:ext cx="9985248" cy="1"/>
            </a:xfrm>
            <a:prstGeom prst="line">
              <a:avLst/>
            </a:prstGeom>
            <a:noFill/>
            <a:ln w="38100" cap="flat">
              <a:solidFill>
                <a:schemeClr val="accent1"/>
              </a:solidFill>
              <a:prstDash val="solid"/>
              <a:miter lim="800000"/>
            </a:ln>
            <a:effectLst/>
          </p:spPr>
          <p:txBody>
            <a:bodyPr wrap="square" lIns="45719" tIns="45719" rIns="45719" bIns="45719" numCol="1" anchor="t">
              <a:noAutofit/>
            </a:bodyPr>
            <a:lstStyle/>
            <a:p>
              <a:endParaRPr/>
            </a:p>
          </p:txBody>
        </p:sp>
        <p:sp>
          <p:nvSpPr>
            <p:cNvPr id="136" name="Straight Connector 13"/>
            <p:cNvSpPr/>
            <p:nvPr/>
          </p:nvSpPr>
          <p:spPr>
            <a:xfrm flipH="1" flipV="1">
              <a:off x="0" y="84402"/>
              <a:ext cx="9985248" cy="1"/>
            </a:xfrm>
            <a:prstGeom prst="line">
              <a:avLst/>
            </a:prstGeom>
            <a:noFill/>
            <a:ln w="12700" cap="flat">
              <a:solidFill>
                <a:schemeClr val="accent1"/>
              </a:solidFill>
              <a:prstDash val="solid"/>
              <a:miter lim="800000"/>
            </a:ln>
            <a:effectLst/>
          </p:spPr>
          <p:txBody>
            <a:bodyPr wrap="square" lIns="45719" tIns="45719" rIns="45719" bIns="45719" numCol="1" anchor="t">
              <a:noAutofit/>
            </a:bodyPr>
            <a:lstStyle/>
            <a:p>
              <a:endParaRPr/>
            </a:p>
          </p:txBody>
        </p:sp>
      </p:grpSp>
      <p:pic>
        <p:nvPicPr>
          <p:cNvPr id="138" name="Picture 9" descr="Picture 9"/>
          <p:cNvPicPr>
            <a:picLocks noChangeAspect="1"/>
          </p:cNvPicPr>
          <p:nvPr/>
        </p:nvPicPr>
        <p:blipFill>
          <a:blip r:embed="rId2"/>
          <a:stretch>
            <a:fillRect/>
          </a:stretch>
        </p:blipFill>
        <p:spPr>
          <a:xfrm>
            <a:off x="10616510" y="150927"/>
            <a:ext cx="965038" cy="968447"/>
          </a:xfrm>
          <a:prstGeom prst="rect">
            <a:avLst/>
          </a:prstGeom>
          <a:ln w="12700">
            <a:miter lim="400000"/>
          </a:ln>
        </p:spPr>
      </p:pic>
      <p:sp>
        <p:nvSpPr>
          <p:cNvPr id="139" name="Title Text"/>
          <p:cNvSpPr txBox="1">
            <a:spLocks noGrp="1"/>
          </p:cNvSpPr>
          <p:nvPr>
            <p:ph type="title"/>
          </p:nvPr>
        </p:nvSpPr>
        <p:spPr>
          <a:prstGeom prst="rect">
            <a:avLst/>
          </a:prstGeom>
        </p:spPr>
        <p:txBody>
          <a:bodyPr/>
          <a:lstStyle>
            <a:lvl1pPr>
              <a:defRPr sz="3200"/>
            </a:lvl1pPr>
          </a:lstStyle>
          <a:p>
            <a:r>
              <a:t>Title Text</a:t>
            </a:r>
          </a:p>
        </p:txBody>
      </p:sp>
      <p:sp>
        <p:nvSpPr>
          <p:cNvPr id="140" name="An empty placeholder to add an image. Click on the placeholder and select the image that you wish to addPicture Placeholder 2"/>
          <p:cNvSpPr>
            <a:spLocks noGrp="1"/>
          </p:cNvSpPr>
          <p:nvPr>
            <p:ph type="pic" sz="half" idx="21"/>
          </p:nvPr>
        </p:nvSpPr>
        <p:spPr>
          <a:xfrm>
            <a:off x="4654670" y="1600199"/>
            <a:ext cx="6430914" cy="4572002"/>
          </a:xfrm>
          <a:prstGeom prst="rect">
            <a:avLst/>
          </a:prstGeom>
        </p:spPr>
        <p:txBody>
          <a:bodyPr lIns="91439" tIns="45719" rIns="91439" bIns="45719">
            <a:noAutofit/>
          </a:bodyPr>
          <a:lstStyle/>
          <a:p>
            <a:endParaRPr/>
          </a:p>
        </p:txBody>
      </p:sp>
      <p:sp>
        <p:nvSpPr>
          <p:cNvPr id="141" name="Body Level One…"/>
          <p:cNvSpPr txBox="1">
            <a:spLocks noGrp="1"/>
          </p:cNvSpPr>
          <p:nvPr>
            <p:ph type="body" sz="quarter" idx="1"/>
          </p:nvPr>
        </p:nvSpPr>
        <p:spPr>
          <a:xfrm>
            <a:off x="1104900" y="1600200"/>
            <a:ext cx="3396997" cy="4572000"/>
          </a:xfrm>
          <a:prstGeom prst="rect">
            <a:avLst/>
          </a:prstGeom>
        </p:spPr>
        <p:txBody>
          <a:bodyPr/>
          <a:lstStyle>
            <a:lvl1pPr marL="0" indent="0">
              <a:spcBef>
                <a:spcPts val="1200"/>
              </a:spcBef>
              <a:buSzTx/>
              <a:buNone/>
              <a:defRPr sz="1800"/>
            </a:lvl1pPr>
            <a:lvl2pPr marL="0" indent="457200">
              <a:spcBef>
                <a:spcPts val="1200"/>
              </a:spcBef>
              <a:buSzTx/>
              <a:buNone/>
              <a:defRPr sz="1800"/>
            </a:lvl2pPr>
            <a:lvl3pPr marL="0" indent="914400">
              <a:spcBef>
                <a:spcPts val="1200"/>
              </a:spcBef>
              <a:buSzTx/>
              <a:buNone/>
              <a:defRPr sz="1800"/>
            </a:lvl3pPr>
            <a:lvl4pPr marL="0" indent="1371600">
              <a:spcBef>
                <a:spcPts val="1200"/>
              </a:spcBef>
              <a:buSzTx/>
              <a:buNone/>
              <a:defRPr sz="1800"/>
            </a:lvl4pPr>
            <a:lvl5pPr marL="0" indent="1828800">
              <a:spcBef>
                <a:spcPts val="1200"/>
              </a:spcBef>
              <a:buSzTx/>
              <a:buNone/>
              <a:defRPr sz="1800"/>
            </a:lvl5pPr>
          </a:lstStyle>
          <a:p>
            <a:r>
              <a:t>Body Level One</a:t>
            </a:r>
          </a:p>
          <a:p>
            <a:pPr lvl="1"/>
            <a:r>
              <a:t>Body Level Two</a:t>
            </a:r>
          </a:p>
          <a:p>
            <a:pPr lvl="2"/>
            <a:r>
              <a:t>Body Level Three</a:t>
            </a:r>
          </a:p>
          <a:p>
            <a:pPr lvl="3"/>
            <a:r>
              <a:t>Body Level Four</a:t>
            </a:r>
          </a:p>
          <a:p>
            <a:pPr lvl="4"/>
            <a:r>
              <a:t>Body Level Five</a:t>
            </a:r>
          </a:p>
        </p:txBody>
      </p:sp>
      <p:sp>
        <p:nvSpPr>
          <p:cNvPr id="14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3"/>
        </a:solidFill>
        <a:effectLst/>
      </p:bgPr>
    </p:bg>
    <p:spTree>
      <p:nvGrpSpPr>
        <p:cNvPr id="1" name=""/>
        <p:cNvGrpSpPr/>
        <p:nvPr/>
      </p:nvGrpSpPr>
      <p:grpSpPr>
        <a:xfrm>
          <a:off x="0" y="0"/>
          <a:ext cx="0" cy="0"/>
          <a:chOff x="0" y="0"/>
          <a:chExt cx="0" cy="0"/>
        </a:xfrm>
      </p:grpSpPr>
      <p:grpSp>
        <p:nvGrpSpPr>
          <p:cNvPr id="4" name="Group 14"/>
          <p:cNvGrpSpPr/>
          <p:nvPr/>
        </p:nvGrpSpPr>
        <p:grpSpPr>
          <a:xfrm>
            <a:off x="1103375" y="1220470"/>
            <a:ext cx="9985249" cy="84404"/>
            <a:chOff x="0" y="0"/>
            <a:chExt cx="9985247" cy="84402"/>
          </a:xfrm>
        </p:grpSpPr>
        <p:sp>
          <p:nvSpPr>
            <p:cNvPr id="2" name="Straight Connector 12"/>
            <p:cNvSpPr/>
            <p:nvPr/>
          </p:nvSpPr>
          <p:spPr>
            <a:xfrm flipH="1" flipV="1">
              <a:off x="0" y="0"/>
              <a:ext cx="9985248" cy="1"/>
            </a:xfrm>
            <a:prstGeom prst="line">
              <a:avLst/>
            </a:prstGeom>
            <a:noFill/>
            <a:ln w="38100" cap="flat">
              <a:solidFill>
                <a:schemeClr val="accent1"/>
              </a:solidFill>
              <a:prstDash val="solid"/>
              <a:miter lim="800000"/>
            </a:ln>
            <a:effectLst/>
          </p:spPr>
          <p:txBody>
            <a:bodyPr wrap="square" lIns="45719" tIns="45719" rIns="45719" bIns="45719" numCol="1" anchor="t">
              <a:noAutofit/>
            </a:bodyPr>
            <a:lstStyle/>
            <a:p>
              <a:endParaRPr/>
            </a:p>
          </p:txBody>
        </p:sp>
        <p:sp>
          <p:nvSpPr>
            <p:cNvPr id="3" name="Straight Connector 13"/>
            <p:cNvSpPr/>
            <p:nvPr/>
          </p:nvSpPr>
          <p:spPr>
            <a:xfrm flipH="1" flipV="1">
              <a:off x="0" y="84402"/>
              <a:ext cx="9985248" cy="1"/>
            </a:xfrm>
            <a:prstGeom prst="line">
              <a:avLst/>
            </a:prstGeom>
            <a:noFill/>
            <a:ln w="12700" cap="flat">
              <a:solidFill>
                <a:schemeClr val="accent1"/>
              </a:solidFill>
              <a:prstDash val="solid"/>
              <a:miter lim="800000"/>
            </a:ln>
            <a:effectLst/>
          </p:spPr>
          <p:txBody>
            <a:bodyPr wrap="square" lIns="45719" tIns="45719" rIns="45719" bIns="45719" numCol="1" anchor="t">
              <a:noAutofit/>
            </a:bodyPr>
            <a:lstStyle/>
            <a:p>
              <a:endParaRPr/>
            </a:p>
          </p:txBody>
        </p:sp>
      </p:grpSp>
      <p:pic>
        <p:nvPicPr>
          <p:cNvPr id="5" name="Picture 9" descr="Picture 9"/>
          <p:cNvPicPr>
            <a:picLocks noChangeAspect="1"/>
          </p:cNvPicPr>
          <p:nvPr/>
        </p:nvPicPr>
        <p:blipFill>
          <a:blip r:embed="rId11"/>
          <a:stretch>
            <a:fillRect/>
          </a:stretch>
        </p:blipFill>
        <p:spPr>
          <a:xfrm>
            <a:off x="10616510" y="150927"/>
            <a:ext cx="965038" cy="968447"/>
          </a:xfrm>
          <a:prstGeom prst="rect">
            <a:avLst/>
          </a:prstGeom>
          <a:ln w="12700">
            <a:miter lim="400000"/>
          </a:ln>
        </p:spPr>
      </p:pic>
      <p:sp>
        <p:nvSpPr>
          <p:cNvPr id="6" name="Title Text"/>
          <p:cNvSpPr txBox="1">
            <a:spLocks noGrp="1"/>
          </p:cNvSpPr>
          <p:nvPr>
            <p:ph type="title"/>
          </p:nvPr>
        </p:nvSpPr>
        <p:spPr>
          <a:xfrm>
            <a:off x="1104900" y="76200"/>
            <a:ext cx="9980683" cy="10969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normAutofit/>
          </a:bodyPr>
          <a:lstStyle/>
          <a:p>
            <a:r>
              <a:t>Title Text</a:t>
            </a:r>
          </a:p>
        </p:txBody>
      </p:sp>
      <p:sp>
        <p:nvSpPr>
          <p:cNvPr id="7" name="Body Level One…"/>
          <p:cNvSpPr txBox="1">
            <a:spLocks noGrp="1"/>
          </p:cNvSpPr>
          <p:nvPr>
            <p:ph type="body" idx="1"/>
          </p:nvPr>
        </p:nvSpPr>
        <p:spPr>
          <a:xfrm>
            <a:off x="1104900" y="1600200"/>
            <a:ext cx="9982200" cy="4572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p>
            <a:r>
              <a:t>Body Level One</a:t>
            </a:r>
          </a:p>
          <a:p>
            <a:pPr lvl="1"/>
            <a:r>
              <a:t>Body Level Two</a:t>
            </a:r>
          </a:p>
          <a:p>
            <a:pPr lvl="2"/>
            <a:r>
              <a:t>Body Level Three</a:t>
            </a:r>
          </a:p>
          <a:p>
            <a:pPr lvl="3"/>
            <a:r>
              <a:t>Body Level Four</a:t>
            </a:r>
          </a:p>
          <a:p>
            <a:pPr lvl="4"/>
            <a:r>
              <a:t>Body Level Five</a:t>
            </a:r>
          </a:p>
        </p:txBody>
      </p:sp>
      <p:pic>
        <p:nvPicPr>
          <p:cNvPr id="8" name="Picture 7" descr="Picture 7"/>
          <p:cNvPicPr>
            <a:picLocks noChangeAspect="1"/>
          </p:cNvPicPr>
          <p:nvPr/>
        </p:nvPicPr>
        <p:blipFill>
          <a:blip r:embed="rId11"/>
          <a:stretch>
            <a:fillRect/>
          </a:stretch>
        </p:blipFill>
        <p:spPr>
          <a:xfrm>
            <a:off x="10616510" y="150927"/>
            <a:ext cx="965038" cy="968447"/>
          </a:xfrm>
          <a:prstGeom prst="rect">
            <a:avLst/>
          </a:prstGeom>
          <a:ln w="12700">
            <a:miter lim="400000"/>
          </a:ln>
        </p:spPr>
      </p:pic>
      <p:sp>
        <p:nvSpPr>
          <p:cNvPr id="9" name="Slide Number"/>
          <p:cNvSpPr txBox="1">
            <a:spLocks noGrp="1"/>
          </p:cNvSpPr>
          <p:nvPr>
            <p:ph type="sldNum" sz="quarter" idx="2"/>
          </p:nvPr>
        </p:nvSpPr>
        <p:spPr>
          <a:xfrm>
            <a:off x="10903367" y="6450014"/>
            <a:ext cx="182216" cy="177801"/>
          </a:xfrm>
          <a:prstGeom prst="rect">
            <a:avLst/>
          </a:prstGeom>
          <a:ln w="12700">
            <a:miter lim="400000"/>
          </a:ln>
        </p:spPr>
        <p:txBody>
          <a:bodyPr wrap="none" lIns="0" tIns="0" rIns="0" bIns="0" anchor="ctr">
            <a:spAutoFit/>
          </a:bodyPr>
          <a:lstStyle>
            <a:lvl1pPr algn="r">
              <a:defRPr sz="1200">
                <a:solidFill>
                  <a:srgbClr val="3D3632"/>
                </a:solidFil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7" r:id="rId8"/>
    <p:sldLayoutId id="2147483658" r:id="rId9"/>
  </p:sldLayoutIdLst>
  <p:transition spd="med"/>
  <p:txStyles>
    <p:titleStyle>
      <a:lvl1pPr marL="0" marR="0" indent="0" algn="l" defTabSz="914400" rtl="0" latinLnBrk="0">
        <a:lnSpc>
          <a:spcPct val="90000"/>
        </a:lnSpc>
        <a:spcBef>
          <a:spcPts val="0"/>
        </a:spcBef>
        <a:spcAft>
          <a:spcPts val="0"/>
        </a:spcAft>
        <a:buClrTx/>
        <a:buSzTx/>
        <a:buFontTx/>
        <a:buNone/>
        <a:tabLst/>
        <a:defRPr sz="2800" b="0" i="0" u="none" strike="noStrike" cap="none" spc="0" baseline="0">
          <a:solidFill>
            <a:schemeClr val="accent1"/>
          </a:solidFill>
          <a:uFillTx/>
          <a:latin typeface="Plantagenet Cherokee"/>
          <a:ea typeface="Plantagenet Cherokee"/>
          <a:cs typeface="Plantagenet Cherokee"/>
          <a:sym typeface="Plantagenet Cherokee"/>
        </a:defRPr>
      </a:lvl1pPr>
      <a:lvl2pPr marL="0" marR="0" indent="0" algn="l" defTabSz="914400" rtl="0" latinLnBrk="0">
        <a:lnSpc>
          <a:spcPct val="90000"/>
        </a:lnSpc>
        <a:spcBef>
          <a:spcPts val="0"/>
        </a:spcBef>
        <a:spcAft>
          <a:spcPts val="0"/>
        </a:spcAft>
        <a:buClrTx/>
        <a:buSzTx/>
        <a:buFontTx/>
        <a:buNone/>
        <a:tabLst/>
        <a:defRPr sz="2800" b="0" i="0" u="none" strike="noStrike" cap="none" spc="0" baseline="0">
          <a:solidFill>
            <a:schemeClr val="accent1"/>
          </a:solidFill>
          <a:uFillTx/>
          <a:latin typeface="Plantagenet Cherokee"/>
          <a:ea typeface="Plantagenet Cherokee"/>
          <a:cs typeface="Plantagenet Cherokee"/>
          <a:sym typeface="Plantagenet Cherokee"/>
        </a:defRPr>
      </a:lvl2pPr>
      <a:lvl3pPr marL="0" marR="0" indent="0" algn="l" defTabSz="914400" rtl="0" latinLnBrk="0">
        <a:lnSpc>
          <a:spcPct val="90000"/>
        </a:lnSpc>
        <a:spcBef>
          <a:spcPts val="0"/>
        </a:spcBef>
        <a:spcAft>
          <a:spcPts val="0"/>
        </a:spcAft>
        <a:buClrTx/>
        <a:buSzTx/>
        <a:buFontTx/>
        <a:buNone/>
        <a:tabLst/>
        <a:defRPr sz="2800" b="0" i="0" u="none" strike="noStrike" cap="none" spc="0" baseline="0">
          <a:solidFill>
            <a:schemeClr val="accent1"/>
          </a:solidFill>
          <a:uFillTx/>
          <a:latin typeface="Plantagenet Cherokee"/>
          <a:ea typeface="Plantagenet Cherokee"/>
          <a:cs typeface="Plantagenet Cherokee"/>
          <a:sym typeface="Plantagenet Cherokee"/>
        </a:defRPr>
      </a:lvl3pPr>
      <a:lvl4pPr marL="0" marR="0" indent="0" algn="l" defTabSz="914400" rtl="0" latinLnBrk="0">
        <a:lnSpc>
          <a:spcPct val="90000"/>
        </a:lnSpc>
        <a:spcBef>
          <a:spcPts val="0"/>
        </a:spcBef>
        <a:spcAft>
          <a:spcPts val="0"/>
        </a:spcAft>
        <a:buClrTx/>
        <a:buSzTx/>
        <a:buFontTx/>
        <a:buNone/>
        <a:tabLst/>
        <a:defRPr sz="2800" b="0" i="0" u="none" strike="noStrike" cap="none" spc="0" baseline="0">
          <a:solidFill>
            <a:schemeClr val="accent1"/>
          </a:solidFill>
          <a:uFillTx/>
          <a:latin typeface="Plantagenet Cherokee"/>
          <a:ea typeface="Plantagenet Cherokee"/>
          <a:cs typeface="Plantagenet Cherokee"/>
          <a:sym typeface="Plantagenet Cherokee"/>
        </a:defRPr>
      </a:lvl4pPr>
      <a:lvl5pPr marL="0" marR="0" indent="0" algn="l" defTabSz="914400" rtl="0" latinLnBrk="0">
        <a:lnSpc>
          <a:spcPct val="90000"/>
        </a:lnSpc>
        <a:spcBef>
          <a:spcPts val="0"/>
        </a:spcBef>
        <a:spcAft>
          <a:spcPts val="0"/>
        </a:spcAft>
        <a:buClrTx/>
        <a:buSzTx/>
        <a:buFontTx/>
        <a:buNone/>
        <a:tabLst/>
        <a:defRPr sz="2800" b="0" i="0" u="none" strike="noStrike" cap="none" spc="0" baseline="0">
          <a:solidFill>
            <a:schemeClr val="accent1"/>
          </a:solidFill>
          <a:uFillTx/>
          <a:latin typeface="Plantagenet Cherokee"/>
          <a:ea typeface="Plantagenet Cherokee"/>
          <a:cs typeface="Plantagenet Cherokee"/>
          <a:sym typeface="Plantagenet Cherokee"/>
        </a:defRPr>
      </a:lvl5pPr>
      <a:lvl6pPr marL="0" marR="0" indent="0" algn="l" defTabSz="914400" rtl="0" latinLnBrk="0">
        <a:lnSpc>
          <a:spcPct val="90000"/>
        </a:lnSpc>
        <a:spcBef>
          <a:spcPts val="0"/>
        </a:spcBef>
        <a:spcAft>
          <a:spcPts val="0"/>
        </a:spcAft>
        <a:buClrTx/>
        <a:buSzTx/>
        <a:buFontTx/>
        <a:buNone/>
        <a:tabLst/>
        <a:defRPr sz="2800" b="0" i="0" u="none" strike="noStrike" cap="none" spc="0" baseline="0">
          <a:solidFill>
            <a:schemeClr val="accent1"/>
          </a:solidFill>
          <a:uFillTx/>
          <a:latin typeface="Plantagenet Cherokee"/>
          <a:ea typeface="Plantagenet Cherokee"/>
          <a:cs typeface="Plantagenet Cherokee"/>
          <a:sym typeface="Plantagenet Cherokee"/>
        </a:defRPr>
      </a:lvl6pPr>
      <a:lvl7pPr marL="0" marR="0" indent="0" algn="l" defTabSz="914400" rtl="0" latinLnBrk="0">
        <a:lnSpc>
          <a:spcPct val="90000"/>
        </a:lnSpc>
        <a:spcBef>
          <a:spcPts val="0"/>
        </a:spcBef>
        <a:spcAft>
          <a:spcPts val="0"/>
        </a:spcAft>
        <a:buClrTx/>
        <a:buSzTx/>
        <a:buFontTx/>
        <a:buNone/>
        <a:tabLst/>
        <a:defRPr sz="2800" b="0" i="0" u="none" strike="noStrike" cap="none" spc="0" baseline="0">
          <a:solidFill>
            <a:schemeClr val="accent1"/>
          </a:solidFill>
          <a:uFillTx/>
          <a:latin typeface="Plantagenet Cherokee"/>
          <a:ea typeface="Plantagenet Cherokee"/>
          <a:cs typeface="Plantagenet Cherokee"/>
          <a:sym typeface="Plantagenet Cherokee"/>
        </a:defRPr>
      </a:lvl7pPr>
      <a:lvl8pPr marL="0" marR="0" indent="0" algn="l" defTabSz="914400" rtl="0" latinLnBrk="0">
        <a:lnSpc>
          <a:spcPct val="90000"/>
        </a:lnSpc>
        <a:spcBef>
          <a:spcPts val="0"/>
        </a:spcBef>
        <a:spcAft>
          <a:spcPts val="0"/>
        </a:spcAft>
        <a:buClrTx/>
        <a:buSzTx/>
        <a:buFontTx/>
        <a:buNone/>
        <a:tabLst/>
        <a:defRPr sz="2800" b="0" i="0" u="none" strike="noStrike" cap="none" spc="0" baseline="0">
          <a:solidFill>
            <a:schemeClr val="accent1"/>
          </a:solidFill>
          <a:uFillTx/>
          <a:latin typeface="Plantagenet Cherokee"/>
          <a:ea typeface="Plantagenet Cherokee"/>
          <a:cs typeface="Plantagenet Cherokee"/>
          <a:sym typeface="Plantagenet Cherokee"/>
        </a:defRPr>
      </a:lvl8pPr>
      <a:lvl9pPr marL="0" marR="0" indent="0" algn="l" defTabSz="914400" rtl="0" latinLnBrk="0">
        <a:lnSpc>
          <a:spcPct val="90000"/>
        </a:lnSpc>
        <a:spcBef>
          <a:spcPts val="0"/>
        </a:spcBef>
        <a:spcAft>
          <a:spcPts val="0"/>
        </a:spcAft>
        <a:buClrTx/>
        <a:buSzTx/>
        <a:buFontTx/>
        <a:buNone/>
        <a:tabLst/>
        <a:defRPr sz="2800" b="0" i="0" u="none" strike="noStrike" cap="none" spc="0" baseline="0">
          <a:solidFill>
            <a:schemeClr val="accent1"/>
          </a:solidFill>
          <a:uFillTx/>
          <a:latin typeface="Plantagenet Cherokee"/>
          <a:ea typeface="Plantagenet Cherokee"/>
          <a:cs typeface="Plantagenet Cherokee"/>
          <a:sym typeface="Plantagenet Cherokee"/>
        </a:defRPr>
      </a:lvl9pPr>
    </p:titleStyle>
    <p:bodyStyle>
      <a:lvl1pPr marL="228600" marR="0" indent="-228600" algn="l" defTabSz="914400" rtl="0" latinLnBrk="0">
        <a:lnSpc>
          <a:spcPct val="90000"/>
        </a:lnSpc>
        <a:spcBef>
          <a:spcPts val="1800"/>
        </a:spcBef>
        <a:spcAft>
          <a:spcPts val="0"/>
        </a:spcAft>
        <a:buClrTx/>
        <a:buSzPct val="100000"/>
        <a:buFontTx/>
        <a:buChar char="▪"/>
        <a:tabLst/>
        <a:defRPr sz="2000" b="0" i="0" u="none" strike="noStrike" cap="none" spc="0" baseline="0">
          <a:solidFill>
            <a:schemeClr val="accent1"/>
          </a:solidFill>
          <a:uFillTx/>
          <a:latin typeface="+mj-lt"/>
          <a:ea typeface="+mj-ea"/>
          <a:cs typeface="+mj-cs"/>
          <a:sym typeface="Euphemia"/>
        </a:defRPr>
      </a:lvl1pPr>
      <a:lvl2pPr marL="742950" marR="0" indent="-285750" algn="l" defTabSz="914400" rtl="0" latinLnBrk="0">
        <a:lnSpc>
          <a:spcPct val="90000"/>
        </a:lnSpc>
        <a:spcBef>
          <a:spcPts val="1800"/>
        </a:spcBef>
        <a:spcAft>
          <a:spcPts val="0"/>
        </a:spcAft>
        <a:buClrTx/>
        <a:buSzPct val="100000"/>
        <a:buFontTx/>
        <a:buChar char="▪"/>
        <a:tabLst/>
        <a:defRPr sz="2000" b="0" i="0" u="none" strike="noStrike" cap="none" spc="0" baseline="0">
          <a:solidFill>
            <a:schemeClr val="accent1"/>
          </a:solidFill>
          <a:uFillTx/>
          <a:latin typeface="+mj-lt"/>
          <a:ea typeface="+mj-ea"/>
          <a:cs typeface="+mj-cs"/>
          <a:sym typeface="Euphemia"/>
        </a:defRPr>
      </a:lvl2pPr>
      <a:lvl3pPr marL="1240971" marR="0" indent="-326571" algn="l" defTabSz="914400" rtl="0" latinLnBrk="0">
        <a:lnSpc>
          <a:spcPct val="90000"/>
        </a:lnSpc>
        <a:spcBef>
          <a:spcPts val="1800"/>
        </a:spcBef>
        <a:spcAft>
          <a:spcPts val="0"/>
        </a:spcAft>
        <a:buClrTx/>
        <a:buSzPct val="100000"/>
        <a:buFontTx/>
        <a:buChar char="▪"/>
        <a:tabLst/>
        <a:defRPr sz="2000" b="0" i="0" u="none" strike="noStrike" cap="none" spc="0" baseline="0">
          <a:solidFill>
            <a:schemeClr val="accent1"/>
          </a:solidFill>
          <a:uFillTx/>
          <a:latin typeface="+mj-lt"/>
          <a:ea typeface="+mj-ea"/>
          <a:cs typeface="+mj-cs"/>
          <a:sym typeface="Euphemia"/>
        </a:defRPr>
      </a:lvl3pPr>
      <a:lvl4pPr marL="1698171" marR="0" indent="-326571" algn="l" defTabSz="914400" rtl="0" latinLnBrk="0">
        <a:lnSpc>
          <a:spcPct val="90000"/>
        </a:lnSpc>
        <a:spcBef>
          <a:spcPts val="1800"/>
        </a:spcBef>
        <a:spcAft>
          <a:spcPts val="0"/>
        </a:spcAft>
        <a:buClrTx/>
        <a:buSzPct val="100000"/>
        <a:buFontTx/>
        <a:buChar char="▪"/>
        <a:tabLst/>
        <a:defRPr sz="2000" b="0" i="0" u="none" strike="noStrike" cap="none" spc="0" baseline="0">
          <a:solidFill>
            <a:schemeClr val="accent1"/>
          </a:solidFill>
          <a:uFillTx/>
          <a:latin typeface="+mj-lt"/>
          <a:ea typeface="+mj-ea"/>
          <a:cs typeface="+mj-cs"/>
          <a:sym typeface="Euphemia"/>
        </a:defRPr>
      </a:lvl4pPr>
      <a:lvl5pPr marL="2155371" marR="0" indent="-326571" algn="l" defTabSz="914400" rtl="0" latinLnBrk="0">
        <a:lnSpc>
          <a:spcPct val="90000"/>
        </a:lnSpc>
        <a:spcBef>
          <a:spcPts val="1800"/>
        </a:spcBef>
        <a:spcAft>
          <a:spcPts val="0"/>
        </a:spcAft>
        <a:buClrTx/>
        <a:buSzPct val="100000"/>
        <a:buFontTx/>
        <a:buChar char="▪"/>
        <a:tabLst/>
        <a:defRPr sz="2000" b="0" i="0" u="none" strike="noStrike" cap="none" spc="0" baseline="0">
          <a:solidFill>
            <a:schemeClr val="accent1"/>
          </a:solidFill>
          <a:uFillTx/>
          <a:latin typeface="+mj-lt"/>
          <a:ea typeface="+mj-ea"/>
          <a:cs typeface="+mj-cs"/>
          <a:sym typeface="Euphemia"/>
        </a:defRPr>
      </a:lvl5pPr>
      <a:lvl6pPr marL="2612571" marR="0" indent="-326571" algn="l" defTabSz="914400" rtl="0" latinLnBrk="0">
        <a:lnSpc>
          <a:spcPct val="90000"/>
        </a:lnSpc>
        <a:spcBef>
          <a:spcPts val="1800"/>
        </a:spcBef>
        <a:spcAft>
          <a:spcPts val="0"/>
        </a:spcAft>
        <a:buClrTx/>
        <a:buSzPct val="100000"/>
        <a:buFontTx/>
        <a:buChar char="▪"/>
        <a:tabLst/>
        <a:defRPr sz="2000" b="0" i="0" u="none" strike="noStrike" cap="none" spc="0" baseline="0">
          <a:solidFill>
            <a:schemeClr val="accent1"/>
          </a:solidFill>
          <a:uFillTx/>
          <a:latin typeface="+mj-lt"/>
          <a:ea typeface="+mj-ea"/>
          <a:cs typeface="+mj-cs"/>
          <a:sym typeface="Euphemia"/>
        </a:defRPr>
      </a:lvl6pPr>
      <a:lvl7pPr marL="3069771" marR="0" indent="-326571" algn="l" defTabSz="914400" rtl="0" latinLnBrk="0">
        <a:lnSpc>
          <a:spcPct val="90000"/>
        </a:lnSpc>
        <a:spcBef>
          <a:spcPts val="1800"/>
        </a:spcBef>
        <a:spcAft>
          <a:spcPts val="0"/>
        </a:spcAft>
        <a:buClrTx/>
        <a:buSzPct val="100000"/>
        <a:buFontTx/>
        <a:buChar char="▪"/>
        <a:tabLst/>
        <a:defRPr sz="2000" b="0" i="0" u="none" strike="noStrike" cap="none" spc="0" baseline="0">
          <a:solidFill>
            <a:schemeClr val="accent1"/>
          </a:solidFill>
          <a:uFillTx/>
          <a:latin typeface="+mj-lt"/>
          <a:ea typeface="+mj-ea"/>
          <a:cs typeface="+mj-cs"/>
          <a:sym typeface="Euphemia"/>
        </a:defRPr>
      </a:lvl7pPr>
      <a:lvl8pPr marL="3526971" marR="0" indent="-326571" algn="l" defTabSz="914400" rtl="0" latinLnBrk="0">
        <a:lnSpc>
          <a:spcPct val="90000"/>
        </a:lnSpc>
        <a:spcBef>
          <a:spcPts val="1800"/>
        </a:spcBef>
        <a:spcAft>
          <a:spcPts val="0"/>
        </a:spcAft>
        <a:buClrTx/>
        <a:buSzPct val="100000"/>
        <a:buFontTx/>
        <a:buChar char="▪"/>
        <a:tabLst/>
        <a:defRPr sz="2000" b="0" i="0" u="none" strike="noStrike" cap="none" spc="0" baseline="0">
          <a:solidFill>
            <a:schemeClr val="accent1"/>
          </a:solidFill>
          <a:uFillTx/>
          <a:latin typeface="+mj-lt"/>
          <a:ea typeface="+mj-ea"/>
          <a:cs typeface="+mj-cs"/>
          <a:sym typeface="Euphemia"/>
        </a:defRPr>
      </a:lvl8pPr>
      <a:lvl9pPr marL="3984171" marR="0" indent="-326571" algn="l" defTabSz="914400" rtl="0" latinLnBrk="0">
        <a:lnSpc>
          <a:spcPct val="90000"/>
        </a:lnSpc>
        <a:spcBef>
          <a:spcPts val="1800"/>
        </a:spcBef>
        <a:spcAft>
          <a:spcPts val="0"/>
        </a:spcAft>
        <a:buClrTx/>
        <a:buSzPct val="100000"/>
        <a:buFontTx/>
        <a:buChar char="▪"/>
        <a:tabLst/>
        <a:defRPr sz="2000" b="0" i="0" u="none" strike="noStrike" cap="none" spc="0" baseline="0">
          <a:solidFill>
            <a:schemeClr val="accent1"/>
          </a:solidFill>
          <a:uFillTx/>
          <a:latin typeface="+mj-lt"/>
          <a:ea typeface="+mj-ea"/>
          <a:cs typeface="+mj-cs"/>
          <a:sym typeface="Euphemia"/>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Euphemia"/>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Euphemia"/>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Euphemia"/>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Euphemia"/>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Euphemia"/>
        </a:defRPr>
      </a:lvl5pPr>
      <a:lvl6pPr marL="0" marR="0" indent="22860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Euphemia"/>
        </a:defRPr>
      </a:lvl6pPr>
      <a:lvl7pPr marL="0" marR="0" indent="2743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Euphemia"/>
        </a:defRPr>
      </a:lvl7pPr>
      <a:lvl8pPr marL="0" marR="0" indent="3200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Euphemia"/>
        </a:defRPr>
      </a:lvl8pPr>
      <a:lvl9pPr marL="0" marR="0" indent="3657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Euphemia"/>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hyperlink" Target="#141-&#25277;&#35937;&#30340;&#28436;&#36827;&#20174;&#26426;&#22120;&#35821;&#35328;&#21040;&#39640;&#32423;&#35821;&#35328;"/><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hyperlink" Target="#142-&#33258;&#21160;&#21270;&#19982;&#24211;&#30340;&#23553;&#35013;&#38544;&#34255;&#26356;&#22810;&#32454;&#33410;"/><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hyperlink" Target="#143-&#20174;&#35745;&#31639;&#24605;&#32500;&#21040;&#25968;&#25454;&#24605;&#32500;&#26426;&#22120;&#20855;&#26377;&#20102;&#23398;&#20064;&#30340;&#33021;&#21147;"/><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hyperlink" Target="#144-&#20174;&#26426;&#22120;&#23398;&#20064;&#21040;&#28145;&#24230;&#23398;&#20064;&#20154;&#24037;&#26234;&#33021;&#30340;&#23835;&#36215;"/><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 name="Title 5"/>
          <p:cNvSpPr txBox="1">
            <a:spLocks noGrp="1"/>
          </p:cNvSpPr>
          <p:nvPr>
            <p:ph type="title"/>
          </p:nvPr>
        </p:nvSpPr>
        <p:spPr>
          <a:xfrm>
            <a:off x="1104900" y="2165970"/>
            <a:ext cx="5734050" cy="2219692"/>
          </a:xfrm>
          <a:prstGeom prst="rect">
            <a:avLst/>
          </a:prstGeom>
        </p:spPr>
        <p:txBody>
          <a:bodyPr/>
          <a:lstStyle/>
          <a:p>
            <a:pPr>
              <a:lnSpc>
                <a:spcPct val="150000"/>
              </a:lnSpc>
            </a:pPr>
            <a:r>
              <a:rPr dirty="0">
                <a:latin typeface="+mn-lt"/>
                <a:ea typeface="+mn-ea"/>
                <a:cs typeface="+mn-cs"/>
                <a:sym typeface="Helvetica"/>
              </a:rPr>
              <a:t>第</a:t>
            </a:r>
            <a:r>
              <a:rPr dirty="0"/>
              <a:t>1</a:t>
            </a:r>
            <a:r>
              <a:rPr dirty="0">
                <a:latin typeface="+mn-lt"/>
                <a:ea typeface="+mn-ea"/>
                <a:cs typeface="+mn-cs"/>
                <a:sym typeface="Helvetica"/>
              </a:rPr>
              <a:t>讲 </a:t>
            </a:r>
            <a:br>
              <a:rPr dirty="0">
                <a:latin typeface="+mn-lt"/>
                <a:ea typeface="+mn-ea"/>
                <a:cs typeface="+mn-cs"/>
                <a:sym typeface="Helvetica"/>
              </a:rPr>
            </a:br>
            <a:r>
              <a:rPr dirty="0" err="1"/>
              <a:t>Python</a:t>
            </a:r>
            <a:r>
              <a:rPr dirty="0" err="1">
                <a:latin typeface="+mn-lt"/>
                <a:ea typeface="+mn-ea"/>
                <a:cs typeface="+mn-cs"/>
                <a:sym typeface="Helvetica"/>
              </a:rPr>
              <a:t>概述</a:t>
            </a:r>
            <a:endParaRPr dirty="0">
              <a:latin typeface="+mn-lt"/>
              <a:ea typeface="+mn-ea"/>
              <a:cs typeface="+mn-cs"/>
              <a:sym typeface="Helvetica"/>
            </a:endParaRPr>
          </a:p>
        </p:txBody>
      </p:sp>
      <p:grpSp>
        <p:nvGrpSpPr>
          <p:cNvPr id="154" name="Open book on table, blurred books in backgroundPicture Placeholder 3"/>
          <p:cNvGrpSpPr/>
          <p:nvPr/>
        </p:nvGrpSpPr>
        <p:grpSpPr>
          <a:xfrm>
            <a:off x="6981063" y="1310656"/>
            <a:ext cx="5210937" cy="4208605"/>
            <a:chOff x="0" y="0"/>
            <a:chExt cx="5210936" cy="4208603"/>
          </a:xfrm>
        </p:grpSpPr>
        <p:sp>
          <p:nvSpPr>
            <p:cNvPr id="152" name="Rectangle"/>
            <p:cNvSpPr/>
            <p:nvPr/>
          </p:nvSpPr>
          <p:spPr>
            <a:xfrm>
              <a:off x="0" y="0"/>
              <a:ext cx="5210937" cy="4208604"/>
            </a:xfrm>
            <a:prstGeom prst="rect">
              <a:avLst/>
            </a:prstGeom>
            <a:solidFill>
              <a:srgbClr val="DEDAD7"/>
            </a:solidFill>
            <a:ln w="12700" cap="flat">
              <a:noFill/>
              <a:miter lim="400000"/>
            </a:ln>
            <a:effectLst/>
          </p:spPr>
          <p:txBody>
            <a:bodyPr wrap="square" lIns="45719" tIns="45719" rIns="45719" bIns="45719" numCol="1" anchor="ctr">
              <a:noAutofit/>
            </a:bodyPr>
            <a:lstStyle/>
            <a:p>
              <a:endParaRPr/>
            </a:p>
          </p:txBody>
        </p:sp>
        <p:pic>
          <p:nvPicPr>
            <p:cNvPr id="153" name="image4.jpeg" descr="image4.jpeg"/>
            <p:cNvPicPr>
              <a:picLocks noChangeAspect="1"/>
            </p:cNvPicPr>
            <p:nvPr/>
          </p:nvPicPr>
          <p:blipFill>
            <a:blip r:embed="rId3"/>
            <a:stretch>
              <a:fillRect/>
            </a:stretch>
          </p:blipFill>
          <p:spPr>
            <a:xfrm>
              <a:off x="0" y="0"/>
              <a:ext cx="5210937" cy="4208604"/>
            </a:xfrm>
            <a:prstGeom prst="rect">
              <a:avLst/>
            </a:prstGeom>
            <a:ln w="12700" cap="flat">
              <a:noFill/>
              <a:miter lim="400000"/>
            </a:ln>
            <a:effectLst/>
          </p:spPr>
        </p:pic>
      </p:grpSp>
      <p:sp>
        <p:nvSpPr>
          <p:cNvPr id="155" name="副标题 1"/>
          <p:cNvSpPr txBox="1">
            <a:spLocks noGrp="1"/>
          </p:cNvSpPr>
          <p:nvPr>
            <p:ph type="body" sz="quarter" idx="1"/>
          </p:nvPr>
        </p:nvSpPr>
        <p:spPr>
          <a:prstGeom prst="rect">
            <a:avLst/>
          </a:prstGeom>
        </p:spPr>
        <p:txBody>
          <a:bodyPr/>
          <a:lstStyle/>
          <a:p>
            <a:pPr algn="r">
              <a:lnSpc>
                <a:spcPct val="150000"/>
              </a:lnSpc>
              <a:defRPr sz="2000"/>
            </a:pPr>
            <a:r>
              <a:t>Python课程组</a:t>
            </a:r>
          </a:p>
          <a:p>
            <a:pPr algn="r">
              <a:lnSpc>
                <a:spcPct val="150000"/>
              </a:lnSpc>
              <a:defRPr sz="2000"/>
            </a:pPr>
            <a:r>
              <a:t>武汉大学信息管理学院</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Title 12"/>
          <p:cNvSpPr txBox="1">
            <a:spLocks noGrp="1"/>
          </p:cNvSpPr>
          <p:nvPr>
            <p:ph type="title"/>
          </p:nvPr>
        </p:nvSpPr>
        <p:spPr>
          <a:xfrm>
            <a:off x="1104899" y="76199"/>
            <a:ext cx="9980684" cy="1096964"/>
          </a:xfrm>
          <a:prstGeom prst="rect">
            <a:avLst/>
          </a:prstGeom>
        </p:spPr>
        <p:txBody>
          <a:bodyPr/>
          <a:lstStyle>
            <a:lvl1pPr>
              <a:defRPr sz="3600" b="1">
                <a:latin typeface="+mn-lt"/>
                <a:ea typeface="+mn-ea"/>
                <a:cs typeface="+mn-cs"/>
                <a:sym typeface="Helvetica"/>
              </a:defRPr>
            </a:lvl1pPr>
          </a:lstStyle>
          <a:p>
            <a:pPr>
              <a:defRPr b="0">
                <a:latin typeface="Plantagenet Cherokee"/>
                <a:ea typeface="Plantagenet Cherokee"/>
                <a:cs typeface="Plantagenet Cherokee"/>
                <a:sym typeface="Plantagenet Cherokee"/>
              </a:defRPr>
            </a:pPr>
            <a:r>
              <a:rPr b="1">
                <a:latin typeface="+mn-lt"/>
                <a:ea typeface="+mn-ea"/>
                <a:cs typeface="+mn-cs"/>
                <a:sym typeface="Helvetica"/>
              </a:rPr>
              <a:t>教学内容</a:t>
            </a:r>
          </a:p>
        </p:txBody>
      </p:sp>
      <p:sp>
        <p:nvSpPr>
          <p:cNvPr id="160" name="Content Placeholder 13"/>
          <p:cNvSpPr txBox="1">
            <a:spLocks noGrp="1"/>
          </p:cNvSpPr>
          <p:nvPr>
            <p:ph type="body" idx="1"/>
          </p:nvPr>
        </p:nvSpPr>
        <p:spPr>
          <a:xfrm>
            <a:off x="1104900" y="1600200"/>
            <a:ext cx="4766510" cy="4572000"/>
          </a:xfrm>
          <a:prstGeom prst="rect">
            <a:avLst/>
          </a:prstGeom>
        </p:spPr>
        <p:txBody>
          <a:bodyPr/>
          <a:lstStyle/>
          <a:p>
            <a:r>
              <a:rPr dirty="0"/>
              <a:t>1.1 </a:t>
            </a:r>
            <a:r>
              <a:rPr dirty="0" err="1"/>
              <a:t>从计算机到计算思维</a:t>
            </a:r>
            <a:endParaRPr dirty="0"/>
          </a:p>
          <a:p>
            <a:r>
              <a:rPr dirty="0"/>
              <a:t>1.2 </a:t>
            </a:r>
            <a:r>
              <a:rPr dirty="0" err="1"/>
              <a:t>程序设计语言类型</a:t>
            </a:r>
            <a:endParaRPr dirty="0"/>
          </a:p>
          <a:p>
            <a:r>
              <a:rPr dirty="0"/>
              <a:t>1.3 </a:t>
            </a:r>
            <a:r>
              <a:rPr dirty="0" err="1"/>
              <a:t>程序执行的过程</a:t>
            </a:r>
            <a:endParaRPr dirty="0"/>
          </a:p>
        </p:txBody>
      </p:sp>
      <p:pic>
        <p:nvPicPr>
          <p:cNvPr id="161" name="Closeup of books on shelvesPicture Placeholder 4" descr="Closeup of books on shelvesPicture Placeholder 4"/>
          <p:cNvPicPr>
            <a:picLocks noChangeAspect="1"/>
          </p:cNvPicPr>
          <p:nvPr/>
        </p:nvPicPr>
        <p:blipFill>
          <a:blip r:embed="rId2"/>
          <a:stretch>
            <a:fillRect/>
          </a:stretch>
        </p:blipFill>
        <p:spPr>
          <a:xfrm>
            <a:off x="5871410" y="1600200"/>
            <a:ext cx="5214172" cy="3838074"/>
          </a:xfrm>
          <a:prstGeom prst="rect">
            <a:avLst/>
          </a:prstGeom>
          <a:ln w="12700">
            <a:miter lim="400000"/>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Title 1"/>
          <p:cNvSpPr txBox="1">
            <a:spLocks noGrp="1"/>
          </p:cNvSpPr>
          <p:nvPr>
            <p:ph type="ctrTitle"/>
          </p:nvPr>
        </p:nvSpPr>
        <p:spPr>
          <a:xfrm>
            <a:off x="1104900" y="2292094"/>
            <a:ext cx="10096500" cy="1734475"/>
          </a:xfrm>
          <a:prstGeom prst="rect">
            <a:avLst/>
          </a:prstGeom>
        </p:spPr>
        <p:txBody>
          <a:bodyPr/>
          <a:lstStyle/>
          <a:p>
            <a:pPr algn="ctr">
              <a:defRPr>
                <a:latin typeface="宋体"/>
                <a:ea typeface="宋体"/>
                <a:cs typeface="宋体"/>
                <a:sym typeface="宋体"/>
              </a:defRPr>
            </a:pPr>
            <a:r>
              <a:t> </a:t>
            </a:r>
            <a:r>
              <a:rPr>
                <a:latin typeface="Plantagenet Cherokee"/>
                <a:ea typeface="Plantagenet Cherokee"/>
                <a:cs typeface="Plantagenet Cherokee"/>
                <a:sym typeface="Plantagenet Cherokee"/>
              </a:rPr>
              <a:t>1.1 </a:t>
            </a:r>
            <a:r>
              <a:t>从计算机到计算思维</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 name="Title 1"/>
          <p:cNvSpPr txBox="1">
            <a:spLocks noGrp="1"/>
          </p:cNvSpPr>
          <p:nvPr>
            <p:ph type="title"/>
          </p:nvPr>
        </p:nvSpPr>
        <p:spPr>
          <a:xfrm>
            <a:off x="1105658" y="-1"/>
            <a:ext cx="9980684" cy="1096964"/>
          </a:xfrm>
          <a:prstGeom prst="rect">
            <a:avLst/>
          </a:prstGeom>
        </p:spPr>
        <p:txBody>
          <a:bodyPr/>
          <a:lstStyle/>
          <a:p>
            <a:r>
              <a:t>1.1 </a:t>
            </a:r>
            <a:r>
              <a:rPr>
                <a:latin typeface="+mn-lt"/>
                <a:ea typeface="+mn-ea"/>
                <a:cs typeface="+mn-cs"/>
                <a:sym typeface="Helvetica"/>
              </a:rPr>
              <a:t>从计算机到计算思维</a:t>
            </a:r>
          </a:p>
        </p:txBody>
      </p:sp>
      <p:sp>
        <p:nvSpPr>
          <p:cNvPr id="166" name="Content Placeholder 13"/>
          <p:cNvSpPr txBox="1"/>
          <p:nvPr/>
        </p:nvSpPr>
        <p:spPr>
          <a:xfrm>
            <a:off x="1150619" y="1317070"/>
            <a:ext cx="9890761" cy="44059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p>
            <a:pPr algn="just">
              <a:lnSpc>
                <a:spcPct val="120000"/>
              </a:lnSpc>
              <a:spcBef>
                <a:spcPts val="1800"/>
              </a:spcBef>
              <a:defRPr sz="2400"/>
            </a:pPr>
            <a:r>
              <a:t>      </a:t>
            </a:r>
            <a:r>
              <a:rPr sz="2000" b="1">
                <a:solidFill>
                  <a:srgbClr val="0433FF"/>
                </a:solidFill>
              </a:rPr>
              <a:t>计算机</a:t>
            </a:r>
            <a:r>
              <a:rPr sz="2000"/>
              <a:t>常常也被称为计算机系统，是一个由计算机硬件和计算机软件共同组成的综合体。</a:t>
            </a:r>
          </a:p>
          <a:p>
            <a:pPr marL="685800" lvl="1" indent="-228600" algn="just">
              <a:lnSpc>
                <a:spcPct val="120000"/>
              </a:lnSpc>
              <a:spcBef>
                <a:spcPts val="1800"/>
              </a:spcBef>
              <a:buSzPct val="100000"/>
              <a:buChar char="▪"/>
              <a:defRPr sz="2000"/>
            </a:pPr>
            <a:r>
              <a:t>计算机硬件包括</a:t>
            </a:r>
            <a:r>
              <a:rPr b="1"/>
              <a:t>储存器、控制器、运算器、输入设备、输出设备</a:t>
            </a:r>
            <a:r>
              <a:t>等五大功能部件，是实现输入程序、存储数据、执行指令、分析运算、输出结果等计算机系统功能的基础。</a:t>
            </a:r>
          </a:p>
          <a:p>
            <a:pPr marL="685800" lvl="1" indent="-228600" algn="just">
              <a:lnSpc>
                <a:spcPct val="120000"/>
              </a:lnSpc>
              <a:spcBef>
                <a:spcPts val="1800"/>
              </a:spcBef>
              <a:buSzPct val="100000"/>
              <a:buChar char="▪"/>
              <a:defRPr sz="2000"/>
            </a:pPr>
            <a:r>
              <a:t>计算机软件泛指计算机运行所需的各种数据、程序以及与之相关的文档资料。</a:t>
            </a:r>
          </a:p>
        </p:txBody>
      </p:sp>
      <p:sp>
        <p:nvSpPr>
          <p:cNvPr id="167" name="Content Placeholder 13"/>
          <p:cNvSpPr txBox="1"/>
          <p:nvPr/>
        </p:nvSpPr>
        <p:spPr>
          <a:xfrm>
            <a:off x="1150620" y="4560859"/>
            <a:ext cx="9890760" cy="20034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p>
            <a:pPr algn="just">
              <a:lnSpc>
                <a:spcPct val="120000"/>
              </a:lnSpc>
              <a:spcBef>
                <a:spcPts val="1800"/>
              </a:spcBef>
              <a:defRPr sz="2000"/>
            </a:pPr>
            <a:r>
              <a:t>       </a:t>
            </a:r>
            <a:r>
              <a:rPr b="1">
                <a:solidFill>
                  <a:srgbClr val="0433FF"/>
                </a:solidFill>
              </a:rPr>
              <a:t>计算机科学</a:t>
            </a:r>
            <a:r>
              <a:t>是研究计算机和计算系统的理论方面的学科，包括软件、硬件等计算系统的设计和建造，发现并提出新问题的求解策略、新问题的求解算法，在硬件、软件、互联网方面发现并设计使用计算机的新方式和新方法等，围绕着构造各种计算机器和应用各种计算机器而进行研究</a:t>
            </a:r>
            <a:r>
              <a:rPr sz="2400"/>
              <a:t>。</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Title 1"/>
          <p:cNvSpPr txBox="1">
            <a:spLocks noGrp="1"/>
          </p:cNvSpPr>
          <p:nvPr>
            <p:ph type="title"/>
          </p:nvPr>
        </p:nvSpPr>
        <p:spPr>
          <a:xfrm>
            <a:off x="1105658" y="-1"/>
            <a:ext cx="9980684" cy="1096964"/>
          </a:xfrm>
          <a:prstGeom prst="rect">
            <a:avLst/>
          </a:prstGeom>
        </p:spPr>
        <p:txBody>
          <a:bodyPr/>
          <a:lstStyle/>
          <a:p>
            <a:r>
              <a:t>1.1 </a:t>
            </a:r>
            <a:r>
              <a:rPr>
                <a:latin typeface="+mn-lt"/>
                <a:ea typeface="+mn-ea"/>
                <a:cs typeface="+mn-cs"/>
                <a:sym typeface="Helvetica"/>
              </a:rPr>
              <a:t>从计算机到计算思维</a:t>
            </a:r>
          </a:p>
        </p:txBody>
      </p:sp>
      <p:sp>
        <p:nvSpPr>
          <p:cNvPr id="170" name="Content Placeholder 13"/>
          <p:cNvSpPr txBox="1"/>
          <p:nvPr/>
        </p:nvSpPr>
        <p:spPr>
          <a:xfrm>
            <a:off x="2142023" y="1876120"/>
            <a:ext cx="6223265" cy="38316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p>
            <a:pPr algn="just">
              <a:lnSpc>
                <a:spcPct val="90000"/>
              </a:lnSpc>
              <a:spcBef>
                <a:spcPts val="1800"/>
              </a:spcBef>
              <a:defRPr sz="2000"/>
            </a:pPr>
            <a:r>
              <a:t>计算的三个核心内容：</a:t>
            </a:r>
            <a:r>
              <a:rPr b="1">
                <a:solidFill>
                  <a:srgbClr val="0433FF"/>
                </a:solidFill>
              </a:rPr>
              <a:t>数据</a:t>
            </a:r>
            <a:r>
              <a:rPr b="1"/>
              <a:t>、</a:t>
            </a:r>
            <a:r>
              <a:rPr b="1">
                <a:solidFill>
                  <a:srgbClr val="0433FF"/>
                </a:solidFill>
              </a:rPr>
              <a:t>运算符</a:t>
            </a:r>
            <a:r>
              <a:t>以</a:t>
            </a:r>
            <a:r>
              <a:rPr b="1"/>
              <a:t>及运算规则</a:t>
            </a:r>
            <a:r>
              <a:t>。</a:t>
            </a:r>
          </a:p>
          <a:p>
            <a:pPr marL="228600" indent="-228600" algn="just">
              <a:lnSpc>
                <a:spcPct val="90000"/>
              </a:lnSpc>
              <a:spcBef>
                <a:spcPts val="1800"/>
              </a:spcBef>
              <a:buSzPct val="100000"/>
              <a:buChar char="▪"/>
              <a:defRPr sz="2000"/>
            </a:pPr>
            <a:endParaRPr/>
          </a:p>
          <a:p>
            <a:pPr algn="just">
              <a:lnSpc>
                <a:spcPct val="90000"/>
              </a:lnSpc>
              <a:spcBef>
                <a:spcPts val="1800"/>
              </a:spcBef>
              <a:defRPr sz="2000"/>
            </a:pPr>
            <a:r>
              <a:t>在设计机器自动计算的过程遇到的问题：</a:t>
            </a:r>
          </a:p>
          <a:p>
            <a:pPr marL="228600" indent="-228600" algn="just">
              <a:lnSpc>
                <a:spcPct val="90000"/>
              </a:lnSpc>
              <a:spcBef>
                <a:spcPts val="1800"/>
              </a:spcBef>
              <a:buSzPct val="100000"/>
              <a:buChar char="▪"/>
              <a:defRPr sz="2000"/>
            </a:pPr>
            <a:r>
              <a:t>哪些现实中的问题可以通过自动计算来解决？</a:t>
            </a:r>
          </a:p>
          <a:p>
            <a:pPr marL="228600" indent="-228600" algn="just">
              <a:lnSpc>
                <a:spcPct val="90000"/>
              </a:lnSpc>
              <a:spcBef>
                <a:spcPts val="1800"/>
              </a:spcBef>
              <a:buSzPct val="100000"/>
              <a:buChar char="▪"/>
              <a:defRPr sz="2000"/>
            </a:pPr>
            <a:r>
              <a:t>如何实现机器自动计算？</a:t>
            </a:r>
          </a:p>
          <a:p>
            <a:pPr marL="228600" indent="-228600" algn="just">
              <a:lnSpc>
                <a:spcPct val="90000"/>
              </a:lnSpc>
              <a:spcBef>
                <a:spcPts val="1800"/>
              </a:spcBef>
              <a:buSzPct val="100000"/>
              <a:buChar char="▪"/>
              <a:defRPr sz="2000"/>
            </a:pPr>
            <a:r>
              <a:t>如何更高效、更便捷、更低成本的进行自动计算？</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 name="Title 1"/>
          <p:cNvSpPr txBox="1">
            <a:spLocks noGrp="1"/>
          </p:cNvSpPr>
          <p:nvPr>
            <p:ph type="title"/>
          </p:nvPr>
        </p:nvSpPr>
        <p:spPr>
          <a:xfrm>
            <a:off x="1105658" y="-1"/>
            <a:ext cx="9980684" cy="1096964"/>
          </a:xfrm>
          <a:prstGeom prst="rect">
            <a:avLst/>
          </a:prstGeom>
        </p:spPr>
        <p:txBody>
          <a:bodyPr/>
          <a:lstStyle/>
          <a:p>
            <a:r>
              <a:t>1.1 </a:t>
            </a:r>
            <a:r>
              <a:rPr>
                <a:latin typeface="+mn-lt"/>
                <a:ea typeface="+mn-ea"/>
                <a:cs typeface="+mn-cs"/>
                <a:sym typeface="Helvetica"/>
              </a:rPr>
              <a:t>从计算机到计算思维</a:t>
            </a:r>
          </a:p>
        </p:txBody>
      </p:sp>
      <p:sp>
        <p:nvSpPr>
          <p:cNvPr id="173" name="文本框 2"/>
          <p:cNvSpPr txBox="1"/>
          <p:nvPr/>
        </p:nvSpPr>
        <p:spPr>
          <a:xfrm>
            <a:off x="1195582" y="1534562"/>
            <a:ext cx="9890760" cy="37888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just">
              <a:lnSpc>
                <a:spcPct val="120000"/>
              </a:lnSpc>
              <a:spcBef>
                <a:spcPts val="1000"/>
              </a:spcBef>
              <a:defRPr sz="2400">
                <a:latin typeface="宋体"/>
                <a:ea typeface="宋体"/>
                <a:cs typeface="宋体"/>
                <a:sym typeface="宋体"/>
              </a:defRPr>
            </a:pPr>
            <a:r>
              <a:rPr lang="zh-CN" altLang="en-US" sz="2400" dirty="0">
                <a:sym typeface="宋体"/>
              </a:rPr>
              <a:t>计算思维（</a:t>
            </a:r>
            <a:r>
              <a:rPr lang="en-US" sz="2400" dirty="0">
                <a:sym typeface="宋体"/>
              </a:rPr>
              <a:t>Computational Thinking）</a:t>
            </a:r>
            <a:r>
              <a:rPr lang="zh-CN" altLang="en-US" sz="2400" dirty="0">
                <a:sym typeface="宋体"/>
              </a:rPr>
              <a:t>是一种区别于以数学为代表的逻辑思维和以物理为代表的实证思维的第三类思维模式。</a:t>
            </a:r>
            <a:r>
              <a:rPr sz="2000" dirty="0"/>
              <a:t>。</a:t>
            </a:r>
          </a:p>
          <a:p>
            <a:pPr algn="just">
              <a:lnSpc>
                <a:spcPct val="120000"/>
              </a:lnSpc>
              <a:spcBef>
                <a:spcPts val="1000"/>
              </a:spcBef>
              <a:defRPr sz="2000"/>
            </a:pPr>
            <a:r>
              <a:rPr dirty="0"/>
              <a:t>   </a:t>
            </a:r>
            <a:r>
              <a:rPr dirty="0" err="1"/>
              <a:t>计算思维的本质就是</a:t>
            </a:r>
            <a:r>
              <a:rPr b="1" dirty="0" err="1">
                <a:solidFill>
                  <a:srgbClr val="0433FF"/>
                </a:solidFill>
              </a:rPr>
              <a:t>抽象</a:t>
            </a:r>
            <a:r>
              <a:rPr b="1" dirty="0" err="1"/>
              <a:t>（</a:t>
            </a:r>
            <a:r>
              <a:rPr dirty="0" err="1"/>
              <a:t>Abstraction</a:t>
            </a:r>
            <a:r>
              <a:rPr b="1" dirty="0" err="1"/>
              <a:t>）</a:t>
            </a:r>
            <a:r>
              <a:rPr dirty="0" err="1"/>
              <a:t>与</a:t>
            </a:r>
            <a:r>
              <a:rPr b="1" dirty="0" err="1">
                <a:solidFill>
                  <a:srgbClr val="0433FF"/>
                </a:solidFill>
              </a:rPr>
              <a:t>自动化</a:t>
            </a:r>
            <a:r>
              <a:rPr b="1" dirty="0" err="1"/>
              <a:t>（</a:t>
            </a:r>
            <a:r>
              <a:rPr dirty="0" err="1"/>
              <a:t>Automation</a:t>
            </a:r>
            <a:r>
              <a:rPr dirty="0"/>
              <a:t>)。</a:t>
            </a:r>
          </a:p>
          <a:p>
            <a:pPr>
              <a:lnSpc>
                <a:spcPct val="120000"/>
              </a:lnSpc>
              <a:defRPr sz="2000"/>
            </a:pPr>
            <a:endParaRPr dirty="0"/>
          </a:p>
          <a:p>
            <a:pPr marL="342900" indent="-342900">
              <a:lnSpc>
                <a:spcPct val="120000"/>
              </a:lnSpc>
              <a:buSzPct val="100000"/>
              <a:buFont typeface="Arial"/>
              <a:buChar char="•"/>
              <a:defRPr sz="2000"/>
            </a:pPr>
            <a:r>
              <a:rPr dirty="0" err="1"/>
              <a:t>抽象化是指在不同层面对现实世界中的事物进行抽象→</a:t>
            </a:r>
            <a:r>
              <a:rPr b="1" dirty="0" err="1">
                <a:solidFill>
                  <a:srgbClr val="0433FF"/>
                </a:solidFill>
              </a:rPr>
              <a:t>语义符号化</a:t>
            </a:r>
            <a:endParaRPr b="1" dirty="0">
              <a:solidFill>
                <a:srgbClr val="0433FF"/>
              </a:solidFill>
            </a:endParaRPr>
          </a:p>
          <a:p>
            <a:pPr marL="342900" indent="-342900">
              <a:lnSpc>
                <a:spcPct val="120000"/>
              </a:lnSpc>
              <a:buSzPct val="100000"/>
              <a:buFont typeface="Arial"/>
              <a:buChar char="•"/>
              <a:defRPr sz="2000"/>
            </a:pPr>
            <a:endParaRPr b="1" dirty="0">
              <a:solidFill>
                <a:srgbClr val="0433FF"/>
              </a:solidFill>
            </a:endParaRPr>
          </a:p>
          <a:p>
            <a:pPr marL="342900" indent="-342900">
              <a:lnSpc>
                <a:spcPct val="120000"/>
              </a:lnSpc>
              <a:buSzPct val="100000"/>
              <a:buFont typeface="Arial"/>
              <a:buChar char="•"/>
              <a:defRPr sz="2000"/>
            </a:pPr>
            <a:r>
              <a:rPr dirty="0" err="1"/>
              <a:t>自动化是指将抽象结果自动化→</a:t>
            </a:r>
            <a:r>
              <a:rPr b="1" dirty="0" err="1">
                <a:solidFill>
                  <a:srgbClr val="0433FF"/>
                </a:solidFill>
              </a:rPr>
              <a:t>符号计算化</a:t>
            </a:r>
            <a:r>
              <a:rPr dirty="0" err="1"/>
              <a:t>+</a:t>
            </a:r>
            <a:r>
              <a:rPr b="1" dirty="0" err="1">
                <a:solidFill>
                  <a:srgbClr val="0433FF"/>
                </a:solidFill>
              </a:rPr>
              <a:t>数据表示与存储</a:t>
            </a:r>
            <a:endParaRPr b="1" dirty="0">
              <a:solidFill>
                <a:srgbClr val="0433FF"/>
              </a:solidFill>
            </a:endParaRPr>
          </a:p>
          <a:p>
            <a:pPr>
              <a:lnSpc>
                <a:spcPct val="120000"/>
              </a:lnSpc>
              <a:defRPr sz="2000"/>
            </a:pPr>
            <a:endParaRPr b="1" dirty="0">
              <a:solidFill>
                <a:srgbClr val="0433FF"/>
              </a:solidFill>
            </a:endParaRPr>
          </a:p>
          <a:p>
            <a:pPr>
              <a:lnSpc>
                <a:spcPct val="120000"/>
              </a:lnSpc>
              <a:defRPr sz="2000"/>
            </a:pPr>
            <a:r>
              <a:rPr dirty="0"/>
              <a:t>  </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 name="Title 1"/>
          <p:cNvSpPr txBox="1">
            <a:spLocks noGrp="1"/>
          </p:cNvSpPr>
          <p:nvPr>
            <p:ph type="title"/>
          </p:nvPr>
        </p:nvSpPr>
        <p:spPr>
          <a:xfrm>
            <a:off x="1105658" y="-1"/>
            <a:ext cx="9980684" cy="1096964"/>
          </a:xfrm>
          <a:prstGeom prst="rect">
            <a:avLst/>
          </a:prstGeom>
        </p:spPr>
        <p:txBody>
          <a:bodyPr/>
          <a:lstStyle/>
          <a:p>
            <a:r>
              <a:t>1.1 </a:t>
            </a:r>
            <a:r>
              <a:rPr>
                <a:latin typeface="+mn-lt"/>
                <a:ea typeface="+mn-ea"/>
                <a:cs typeface="+mn-cs"/>
                <a:sym typeface="Helvetica"/>
              </a:rPr>
              <a:t>从计算机到计算思维</a:t>
            </a:r>
          </a:p>
        </p:txBody>
      </p:sp>
      <p:sp>
        <p:nvSpPr>
          <p:cNvPr id="176" name="Content Placeholder 13"/>
          <p:cNvSpPr txBox="1"/>
          <p:nvPr/>
        </p:nvSpPr>
        <p:spPr>
          <a:xfrm>
            <a:off x="1321668" y="1807053"/>
            <a:ext cx="9548664" cy="41243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p>
            <a:pPr algn="just">
              <a:spcBef>
                <a:spcPts val="1000"/>
              </a:spcBef>
              <a:defRPr sz="2400"/>
            </a:pPr>
            <a:r>
              <a:rPr b="1">
                <a:solidFill>
                  <a:srgbClr val="0433FF"/>
                </a:solidFill>
              </a:rPr>
              <a:t>语义符号化</a:t>
            </a:r>
            <a:endParaRPr sz="2600"/>
          </a:p>
          <a:p>
            <a:pPr algn="just">
              <a:lnSpc>
                <a:spcPct val="150000"/>
              </a:lnSpc>
              <a:spcBef>
                <a:spcPts val="1800"/>
              </a:spcBef>
              <a:defRPr sz="2000"/>
            </a:pPr>
            <a:r>
              <a:t>    现实世界的任何事物，若要由计算系统进行计算，首先需要将其语义符号化。所谓语义符号化，是指将现实世界的各种语义信息用符号表达，进而进行基于符号的计算的过程。将语义表达为不同的符号，便可采用不同的方法和工具进行计算；将符号赋予不同语义，则能通过计算处理不同的现实世界问题。</a:t>
            </a:r>
          </a:p>
          <a:p>
            <a:pPr algn="ctr">
              <a:lnSpc>
                <a:spcPct val="120000"/>
              </a:lnSpc>
              <a:spcBef>
                <a:spcPts val="2800"/>
              </a:spcBef>
              <a:defRPr sz="2000"/>
            </a:pPr>
            <a:r>
              <a:t>现实世界中的现象→普适的概念→符号</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 name="Title 1"/>
          <p:cNvSpPr txBox="1">
            <a:spLocks noGrp="1"/>
          </p:cNvSpPr>
          <p:nvPr>
            <p:ph type="title"/>
          </p:nvPr>
        </p:nvSpPr>
        <p:spPr>
          <a:xfrm>
            <a:off x="1105658" y="-1"/>
            <a:ext cx="9980684" cy="1096964"/>
          </a:xfrm>
          <a:prstGeom prst="rect">
            <a:avLst/>
          </a:prstGeom>
        </p:spPr>
        <p:txBody>
          <a:bodyPr/>
          <a:lstStyle/>
          <a:p>
            <a:r>
              <a:t>1.1 </a:t>
            </a:r>
            <a:r>
              <a:rPr>
                <a:latin typeface="+mn-lt"/>
                <a:ea typeface="+mn-ea"/>
                <a:cs typeface="+mn-cs"/>
                <a:sym typeface="Helvetica"/>
              </a:rPr>
              <a:t>从计算机到计算思维</a:t>
            </a:r>
          </a:p>
        </p:txBody>
      </p:sp>
      <p:sp>
        <p:nvSpPr>
          <p:cNvPr id="179" name="矩形 7"/>
          <p:cNvSpPr txBox="1"/>
          <p:nvPr/>
        </p:nvSpPr>
        <p:spPr>
          <a:xfrm>
            <a:off x="1151379" y="1405970"/>
            <a:ext cx="9889242" cy="52476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indent="1333500" algn="just">
              <a:spcBef>
                <a:spcPts val="1000"/>
              </a:spcBef>
              <a:defRPr sz="2000">
                <a:latin typeface="宋体"/>
                <a:ea typeface="宋体"/>
                <a:cs typeface="宋体"/>
                <a:sym typeface="宋体"/>
              </a:defRPr>
            </a:pPr>
            <a:r>
              <a:t> </a:t>
            </a:r>
            <a:r>
              <a:rPr>
                <a:latin typeface="+mj-lt"/>
                <a:ea typeface="+mj-ea"/>
                <a:cs typeface="+mj-cs"/>
                <a:sym typeface="Euphemia"/>
              </a:rPr>
              <a:t>            </a:t>
            </a:r>
            <a:r>
              <a:t>命题</a:t>
            </a:r>
            <a:r>
              <a:rPr>
                <a:latin typeface="+mj-lt"/>
                <a:ea typeface="+mj-ea"/>
                <a:cs typeface="+mj-cs"/>
                <a:sym typeface="Euphemia"/>
              </a:rPr>
              <a:t>1</a:t>
            </a:r>
            <a:r>
              <a:t>：</a:t>
            </a:r>
            <a:r>
              <a:rPr>
                <a:latin typeface="+mj-lt"/>
                <a:ea typeface="+mj-ea"/>
                <a:cs typeface="+mj-cs"/>
                <a:sym typeface="Euphemia"/>
              </a:rPr>
              <a:t>“</a:t>
            </a:r>
            <a:r>
              <a:rPr>
                <a:solidFill>
                  <a:srgbClr val="009051"/>
                </a:solidFill>
              </a:rPr>
              <a:t>小明是一个小学生。</a:t>
            </a:r>
            <a:r>
              <a:rPr>
                <a:latin typeface="+mj-lt"/>
                <a:ea typeface="+mj-ea"/>
                <a:cs typeface="+mj-cs"/>
                <a:sym typeface="Euphemia"/>
              </a:rPr>
              <a:t>”</a:t>
            </a:r>
            <a:r>
              <a:t>；</a:t>
            </a:r>
          </a:p>
          <a:p>
            <a:pPr indent="1333500" algn="just">
              <a:spcBef>
                <a:spcPts val="1000"/>
              </a:spcBef>
              <a:defRPr sz="2000"/>
            </a:pPr>
            <a:r>
              <a:t>             命题2：“</a:t>
            </a:r>
            <a:r>
              <a:rPr>
                <a:solidFill>
                  <a:srgbClr val="009051"/>
                </a:solidFill>
              </a:rPr>
              <a:t>小明穿着校服。</a:t>
            </a:r>
            <a:r>
              <a:t>”；</a:t>
            </a:r>
          </a:p>
          <a:p>
            <a:pPr indent="1333500" algn="just">
              <a:spcBef>
                <a:spcPts val="1000"/>
              </a:spcBef>
              <a:defRPr sz="2000"/>
            </a:pPr>
            <a:r>
              <a:t>             命题3：“</a:t>
            </a:r>
            <a:r>
              <a:rPr>
                <a:solidFill>
                  <a:srgbClr val="009051"/>
                </a:solidFill>
              </a:rPr>
              <a:t>小明是个小学生并且穿着校服。</a:t>
            </a:r>
            <a:r>
              <a:t>”</a:t>
            </a:r>
          </a:p>
          <a:p>
            <a:pPr indent="266700" algn="just">
              <a:spcBef>
                <a:spcPts val="1000"/>
              </a:spcBef>
              <a:defRPr sz="2000"/>
            </a:pPr>
            <a:r>
              <a:t>  命题1和命题2是两个基本命题，命题3是一个复杂命题，且三者之间存在如下关系：</a:t>
            </a:r>
          </a:p>
          <a:p>
            <a:pPr indent="1333500" algn="just">
              <a:spcBef>
                <a:spcPts val="1000"/>
              </a:spcBef>
              <a:defRPr sz="2000"/>
            </a:pPr>
            <a:r>
              <a:t>             </a:t>
            </a:r>
            <a:r>
              <a:rPr>
                <a:solidFill>
                  <a:srgbClr val="0433FF"/>
                </a:solidFill>
              </a:rPr>
              <a:t>命题3 = 命题1 and 命题2</a:t>
            </a:r>
          </a:p>
          <a:p>
            <a:pPr algn="just">
              <a:spcBef>
                <a:spcPts val="1000"/>
              </a:spcBef>
              <a:defRPr sz="2000"/>
            </a:pPr>
            <a:r>
              <a:t>    若用0表示假、1表示真，那么现实中的命题判断与推理（真值与假值）以及数学中的逻辑运算均可以用0和1来表达和处理。各种逻辑运算可转变为0和1之间的逻辑运算。计算机内数据和指令的存储和处理都是由晶体管和门电路等元件完成的，将元件的开和关的状态与0和1进行对应，即1代表晶体管开的状态，0代表关的状态，那么就可以在语义符号化的基础上将这些符号变得可被计算机理解和处理，实现符号计算化。</a:t>
            </a:r>
          </a:p>
          <a:p>
            <a:pPr algn="ctr">
              <a:spcBef>
                <a:spcPts val="1000"/>
              </a:spcBef>
              <a:defRPr sz="2000"/>
            </a:pPr>
            <a:r>
              <a:t>命题为真→1→晶体管开</a:t>
            </a:r>
          </a:p>
          <a:p>
            <a:pPr algn="ctr">
              <a:spcBef>
                <a:spcPts val="1000"/>
              </a:spcBef>
              <a:defRPr sz="2000"/>
            </a:pPr>
            <a:r>
              <a:t>命题为假→0→晶体管关</a:t>
            </a:r>
          </a:p>
        </p:txBody>
      </p:sp>
      <p:sp>
        <p:nvSpPr>
          <p:cNvPr id="180" name="文本框 8"/>
          <p:cNvSpPr txBox="1"/>
          <p:nvPr/>
        </p:nvSpPr>
        <p:spPr>
          <a:xfrm>
            <a:off x="1151378" y="1348580"/>
            <a:ext cx="2418170" cy="4978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just">
              <a:spcBef>
                <a:spcPts val="1000"/>
              </a:spcBef>
              <a:defRPr sz="2300" b="1">
                <a:solidFill>
                  <a:srgbClr val="0433FF"/>
                </a:solidFill>
              </a:defRPr>
            </a:lvl1pPr>
          </a:lstStyle>
          <a:p>
            <a:pPr>
              <a:defRPr b="0">
                <a:solidFill>
                  <a:schemeClr val="accent1"/>
                </a:solidFill>
              </a:defRPr>
            </a:pPr>
            <a:r>
              <a:rPr b="1">
                <a:solidFill>
                  <a:srgbClr val="0433FF"/>
                </a:solidFill>
              </a:rPr>
              <a:t>符号计算化</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 name="Title 1"/>
          <p:cNvSpPr txBox="1">
            <a:spLocks noGrp="1"/>
          </p:cNvSpPr>
          <p:nvPr>
            <p:ph type="title"/>
          </p:nvPr>
        </p:nvSpPr>
        <p:spPr>
          <a:xfrm>
            <a:off x="1105658" y="-1"/>
            <a:ext cx="9980684" cy="1096964"/>
          </a:xfrm>
          <a:prstGeom prst="rect">
            <a:avLst/>
          </a:prstGeom>
        </p:spPr>
        <p:txBody>
          <a:bodyPr/>
          <a:lstStyle/>
          <a:p>
            <a:pPr>
              <a:spcBef>
                <a:spcPts val="1800"/>
              </a:spcBef>
            </a:pPr>
            <a:r>
              <a:t>1.1 </a:t>
            </a:r>
            <a:r>
              <a:rPr>
                <a:latin typeface="+mn-lt"/>
                <a:ea typeface="+mn-ea"/>
                <a:cs typeface="+mn-cs"/>
                <a:sym typeface="Helvetica"/>
              </a:rPr>
              <a:t>从计算机到计算思维</a:t>
            </a:r>
          </a:p>
        </p:txBody>
      </p:sp>
      <p:sp>
        <p:nvSpPr>
          <p:cNvPr id="183" name="Content Placeholder 13"/>
          <p:cNvSpPr txBox="1"/>
          <p:nvPr/>
        </p:nvSpPr>
        <p:spPr>
          <a:xfrm>
            <a:off x="1040552" y="1388532"/>
            <a:ext cx="10472600" cy="493606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p>
            <a:pPr defTabSz="868680">
              <a:lnSpc>
                <a:spcPct val="80000"/>
              </a:lnSpc>
              <a:spcBef>
                <a:spcPts val="900"/>
              </a:spcBef>
              <a:defRPr sz="2185">
                <a:solidFill>
                  <a:srgbClr val="011993"/>
                </a:solidFill>
                <a:latin typeface="宋体"/>
                <a:ea typeface="宋体"/>
                <a:cs typeface="宋体"/>
                <a:sym typeface="宋体"/>
              </a:defRPr>
            </a:pPr>
            <a:r>
              <a:t>数据在计算机中的表示</a:t>
            </a:r>
            <a:endParaRPr sz="2660"/>
          </a:p>
          <a:p>
            <a:pPr algn="just" defTabSz="868680">
              <a:spcBef>
                <a:spcPts val="900"/>
              </a:spcBef>
              <a:defRPr sz="1900"/>
            </a:pPr>
            <a:r>
              <a:rPr b="1">
                <a:solidFill>
                  <a:srgbClr val="0433FF"/>
                </a:solidFill>
              </a:rPr>
              <a:t>（1）数值数据</a:t>
            </a:r>
            <a:endParaRPr sz="2280">
              <a:latin typeface="宋体"/>
              <a:ea typeface="宋体"/>
              <a:cs typeface="宋体"/>
              <a:sym typeface="宋体"/>
            </a:endParaRPr>
          </a:p>
          <a:p>
            <a:pPr defTabSz="868680">
              <a:lnSpc>
                <a:spcPct val="96000"/>
              </a:lnSpc>
              <a:spcBef>
                <a:spcPts val="900"/>
              </a:spcBef>
              <a:defRPr sz="1900">
                <a:latin typeface="宋体"/>
                <a:ea typeface="宋体"/>
                <a:cs typeface="宋体"/>
                <a:sym typeface="宋体"/>
              </a:defRPr>
            </a:pPr>
            <a:r>
              <a:t>    数值数据在计算机中的表示形式称为机器数。机器数通常有3种不同的表示方法：</a:t>
            </a:r>
            <a:r>
              <a:rPr>
                <a:solidFill>
                  <a:srgbClr val="0433FF"/>
                </a:solidFill>
              </a:rPr>
              <a:t>原码、补码</a:t>
            </a:r>
            <a:r>
              <a:t>和</a:t>
            </a:r>
            <a:r>
              <a:rPr>
                <a:solidFill>
                  <a:srgbClr val="0433FF"/>
                </a:solidFill>
              </a:rPr>
              <a:t>反码</a:t>
            </a:r>
            <a:r>
              <a:t>。</a:t>
            </a:r>
            <a:endParaRPr sz="2280"/>
          </a:p>
          <a:p>
            <a:pPr marL="651509" lvl="1" indent="-217170" defTabSz="868680">
              <a:lnSpc>
                <a:spcPct val="96000"/>
              </a:lnSpc>
              <a:spcBef>
                <a:spcPts val="900"/>
              </a:spcBef>
              <a:buSzPct val="100000"/>
              <a:buChar char="▪"/>
              <a:defRPr sz="1900">
                <a:latin typeface="宋体"/>
                <a:ea typeface="宋体"/>
                <a:cs typeface="宋体"/>
                <a:sym typeface="宋体"/>
              </a:defRPr>
            </a:pPr>
            <a:r>
              <a:rPr b="1">
                <a:solidFill>
                  <a:srgbClr val="0433FF"/>
                </a:solidFill>
                <a:latin typeface="+mj-lt"/>
                <a:ea typeface="+mj-ea"/>
                <a:cs typeface="+mj-cs"/>
                <a:sym typeface="Euphemia"/>
              </a:rPr>
              <a:t>原码</a:t>
            </a:r>
            <a:r>
              <a:t>：采用最高位代表符号位的表示方法，即正数的符号位为0，负数的符号位为1，其余位表示数值的绝对值。</a:t>
            </a:r>
            <a:endParaRPr sz="2280"/>
          </a:p>
          <a:p>
            <a:pPr marL="651509" lvl="1" indent="-217170" defTabSz="868680">
              <a:lnSpc>
                <a:spcPct val="96000"/>
              </a:lnSpc>
              <a:spcBef>
                <a:spcPts val="900"/>
              </a:spcBef>
              <a:buSzPct val="100000"/>
              <a:buChar char="▪"/>
              <a:defRPr sz="1900">
                <a:latin typeface="宋体"/>
                <a:ea typeface="宋体"/>
                <a:cs typeface="宋体"/>
                <a:sym typeface="宋体"/>
              </a:defRPr>
            </a:pPr>
            <a:r>
              <a:rPr b="1">
                <a:solidFill>
                  <a:srgbClr val="0433FF"/>
                </a:solidFill>
                <a:latin typeface="+mj-lt"/>
                <a:ea typeface="+mj-ea"/>
                <a:cs typeface="+mj-cs"/>
                <a:sym typeface="Euphemia"/>
              </a:rPr>
              <a:t>反码</a:t>
            </a:r>
            <a:r>
              <a:t>：也是采用最高位代表符号位的表示方法，最高位为0时表示正数，最高位为1时则表示为负数。</a:t>
            </a:r>
            <a:endParaRPr sz="2280"/>
          </a:p>
          <a:p>
            <a:pPr marL="651509" lvl="1" indent="-217170" defTabSz="868680">
              <a:lnSpc>
                <a:spcPct val="96000"/>
              </a:lnSpc>
              <a:spcBef>
                <a:spcPts val="900"/>
              </a:spcBef>
              <a:buSzPct val="100000"/>
              <a:buChar char="▪"/>
              <a:defRPr sz="1900">
                <a:latin typeface="宋体"/>
                <a:ea typeface="宋体"/>
                <a:cs typeface="宋体"/>
                <a:sym typeface="宋体"/>
              </a:defRPr>
            </a:pPr>
            <a:r>
              <a:rPr b="1">
                <a:solidFill>
                  <a:srgbClr val="0433FF"/>
                </a:solidFill>
                <a:latin typeface="+mj-lt"/>
                <a:ea typeface="+mj-ea"/>
                <a:cs typeface="+mj-cs"/>
                <a:sym typeface="Euphemia"/>
              </a:rPr>
              <a:t>补码</a:t>
            </a:r>
            <a:r>
              <a:t>：正数的补码就是其本身，而负数的补码则是在其原码的基础上, 符号位不变，其余各位取反，最后+1的结果（即在反码的基础上+1）。</a:t>
            </a:r>
            <a:endParaRPr sz="2280"/>
          </a:p>
          <a:p>
            <a:pPr algn="ctr" defTabSz="868680">
              <a:lnSpc>
                <a:spcPct val="80000"/>
              </a:lnSpc>
              <a:spcBef>
                <a:spcPts val="1900"/>
              </a:spcBef>
              <a:defRPr sz="1900">
                <a:latin typeface="宋体"/>
                <a:ea typeface="宋体"/>
                <a:cs typeface="宋体"/>
                <a:sym typeface="宋体"/>
              </a:defRPr>
            </a:pPr>
            <a:r>
              <a:t> +1=[00000001]</a:t>
            </a:r>
            <a:r>
              <a:rPr baseline="-25999"/>
              <a:t>原</a:t>
            </a:r>
            <a:r>
              <a:t>=[00000001]</a:t>
            </a:r>
            <a:r>
              <a:rPr baseline="-25999"/>
              <a:t>反</a:t>
            </a:r>
            <a:r>
              <a:t>=[00000001]</a:t>
            </a:r>
            <a:r>
              <a:rPr baseline="-25999"/>
              <a:t>补</a:t>
            </a:r>
            <a:endParaRPr sz="2280" baseline="-25999"/>
          </a:p>
          <a:p>
            <a:pPr algn="ctr" defTabSz="868680">
              <a:lnSpc>
                <a:spcPts val="1700"/>
              </a:lnSpc>
              <a:spcBef>
                <a:spcPts val="900"/>
              </a:spcBef>
              <a:defRPr sz="1900">
                <a:latin typeface="宋体"/>
                <a:ea typeface="宋体"/>
                <a:cs typeface="宋体"/>
                <a:sym typeface="宋体"/>
              </a:defRPr>
            </a:pPr>
            <a:r>
              <a:t> -1=[10000001]</a:t>
            </a:r>
            <a:r>
              <a:rPr baseline="-25999"/>
              <a:t>原</a:t>
            </a:r>
            <a:r>
              <a:t>=[11111110]</a:t>
            </a:r>
            <a:r>
              <a:rPr baseline="-25999"/>
              <a:t>反</a:t>
            </a:r>
            <a:r>
              <a:t>=[11111111]</a:t>
            </a:r>
            <a:r>
              <a:rPr baseline="-25999"/>
              <a:t>补</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 name="Title 1"/>
          <p:cNvSpPr txBox="1">
            <a:spLocks noGrp="1"/>
          </p:cNvSpPr>
          <p:nvPr>
            <p:ph type="title"/>
          </p:nvPr>
        </p:nvSpPr>
        <p:spPr>
          <a:xfrm>
            <a:off x="1105658" y="-1"/>
            <a:ext cx="9980684" cy="1096964"/>
          </a:xfrm>
          <a:prstGeom prst="rect">
            <a:avLst/>
          </a:prstGeom>
        </p:spPr>
        <p:txBody>
          <a:bodyPr/>
          <a:lstStyle/>
          <a:p>
            <a:pPr>
              <a:spcBef>
                <a:spcPts val="1800"/>
              </a:spcBef>
            </a:pPr>
            <a:r>
              <a:t>1.1 </a:t>
            </a:r>
            <a:r>
              <a:rPr>
                <a:latin typeface="+mn-lt"/>
                <a:ea typeface="+mn-ea"/>
                <a:cs typeface="+mn-cs"/>
                <a:sym typeface="Helvetica"/>
              </a:rPr>
              <a:t>从计算机到计算思维</a:t>
            </a:r>
          </a:p>
        </p:txBody>
      </p:sp>
      <p:sp>
        <p:nvSpPr>
          <p:cNvPr id="186" name="Content Placeholder 13"/>
          <p:cNvSpPr txBox="1"/>
          <p:nvPr/>
        </p:nvSpPr>
        <p:spPr>
          <a:xfrm>
            <a:off x="1151378" y="1405970"/>
            <a:ext cx="9889243" cy="493606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p>
            <a:pPr algn="just" defTabSz="877823">
              <a:lnSpc>
                <a:spcPct val="120000"/>
              </a:lnSpc>
              <a:spcBef>
                <a:spcPts val="900"/>
              </a:spcBef>
              <a:defRPr sz="1919"/>
            </a:pPr>
            <a:r>
              <a:t>计算机在处理数值数据时，对小数点的处理有两种不同的方法，分别是：</a:t>
            </a:r>
          </a:p>
          <a:p>
            <a:pPr lvl="1" indent="438911" algn="just" defTabSz="877823">
              <a:lnSpc>
                <a:spcPct val="120000"/>
              </a:lnSpc>
              <a:spcBef>
                <a:spcPts val="900"/>
              </a:spcBef>
              <a:defRPr sz="1919"/>
            </a:pPr>
            <a:r>
              <a:rPr b="1">
                <a:solidFill>
                  <a:srgbClr val="0433FF"/>
                </a:solidFill>
              </a:rPr>
              <a:t>定点法</a:t>
            </a:r>
            <a:r>
              <a:t>和</a:t>
            </a:r>
            <a:r>
              <a:rPr b="1">
                <a:solidFill>
                  <a:srgbClr val="0433FF"/>
                </a:solidFill>
              </a:rPr>
              <a:t>浮点法</a:t>
            </a:r>
            <a:r>
              <a:t>。</a:t>
            </a:r>
          </a:p>
          <a:p>
            <a:pPr algn="just" defTabSz="877823">
              <a:lnSpc>
                <a:spcPct val="90000"/>
              </a:lnSpc>
              <a:spcBef>
                <a:spcPts val="1700"/>
              </a:spcBef>
              <a:defRPr sz="1919">
                <a:latin typeface="宋体"/>
                <a:ea typeface="宋体"/>
                <a:cs typeface="宋体"/>
                <a:sym typeface="宋体"/>
              </a:defRPr>
            </a:pPr>
            <a:r>
              <a:t>①定点数就是小数点的位置固定不变的数。根据小数点的位置通常可分为两种：</a:t>
            </a:r>
          </a:p>
          <a:p>
            <a:pPr marL="658368" lvl="1" indent="-219455" algn="just" defTabSz="877823">
              <a:lnSpc>
                <a:spcPct val="120000"/>
              </a:lnSpc>
              <a:spcBef>
                <a:spcPts val="1700"/>
              </a:spcBef>
              <a:buSzPct val="100000"/>
              <a:buChar char="▪"/>
              <a:defRPr sz="1919">
                <a:latin typeface="宋体"/>
                <a:ea typeface="宋体"/>
                <a:cs typeface="宋体"/>
                <a:sym typeface="宋体"/>
              </a:defRPr>
            </a:pPr>
            <a:r>
              <a:rPr>
                <a:solidFill>
                  <a:srgbClr val="942193"/>
                </a:solidFill>
              </a:rPr>
              <a:t>定点整数是纯整数</a:t>
            </a:r>
            <a:r>
              <a:t>，小数点在最低的有效数值位之后，在计算机中，正整数的补码与原码相同，即以存储的，负整数则是以补码的形式存储的。</a:t>
            </a:r>
          </a:p>
          <a:p>
            <a:pPr algn="ctr" defTabSz="877823">
              <a:lnSpc>
                <a:spcPct val="90000"/>
              </a:lnSpc>
              <a:spcBef>
                <a:spcPts val="1700"/>
              </a:spcBef>
              <a:defRPr sz="1919"/>
            </a:pPr>
            <a:r>
              <a:t>127</a:t>
            </a:r>
            <a:r>
              <a:rPr>
                <a:latin typeface="宋体"/>
                <a:ea typeface="宋体"/>
                <a:cs typeface="宋体"/>
                <a:sym typeface="宋体"/>
              </a:rPr>
              <a:t>=</a:t>
            </a:r>
            <a:r>
              <a:t>[01111111]</a:t>
            </a:r>
            <a:r>
              <a:rPr baseline="-25791"/>
              <a:t>原 ，</a:t>
            </a:r>
            <a:r>
              <a:t>-128=[10000000]</a:t>
            </a:r>
            <a:r>
              <a:rPr baseline="-25791"/>
              <a:t>补 </a:t>
            </a:r>
          </a:p>
          <a:p>
            <a:pPr marL="658368" lvl="1" indent="-219455" algn="just" defTabSz="877823">
              <a:lnSpc>
                <a:spcPct val="120000"/>
              </a:lnSpc>
              <a:spcBef>
                <a:spcPts val="1700"/>
              </a:spcBef>
              <a:buSzPct val="100000"/>
              <a:buChar char="▪"/>
              <a:defRPr sz="1919">
                <a:latin typeface="宋体"/>
                <a:ea typeface="宋体"/>
                <a:cs typeface="宋体"/>
                <a:sym typeface="宋体"/>
              </a:defRPr>
            </a:pPr>
            <a:r>
              <a:rPr>
                <a:solidFill>
                  <a:srgbClr val="942193"/>
                </a:solidFill>
              </a:rPr>
              <a:t>定点小数是纯小数</a:t>
            </a:r>
            <a:r>
              <a:t>，约定的小数点位置为在二进制数的最高位（即符号位）之后、有效数值部分最高位之前。定点纯小数的数值部分以补码形式存储</a:t>
            </a:r>
          </a:p>
          <a:p>
            <a:pPr lvl="3" indent="1316736" algn="just" defTabSz="877823">
              <a:lnSpc>
                <a:spcPct val="90000"/>
              </a:lnSpc>
              <a:spcBef>
                <a:spcPts val="1700"/>
              </a:spcBef>
              <a:defRPr sz="1919"/>
            </a:pPr>
            <a:r>
              <a:t>                     -0.1001=[1.10011]</a:t>
            </a:r>
            <a:r>
              <a:rPr baseline="-25791"/>
              <a:t>原</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 name="Title 1"/>
          <p:cNvSpPr txBox="1">
            <a:spLocks noGrp="1"/>
          </p:cNvSpPr>
          <p:nvPr>
            <p:ph type="title"/>
          </p:nvPr>
        </p:nvSpPr>
        <p:spPr>
          <a:xfrm>
            <a:off x="1105658" y="-1"/>
            <a:ext cx="9980684" cy="1096964"/>
          </a:xfrm>
          <a:prstGeom prst="rect">
            <a:avLst/>
          </a:prstGeom>
        </p:spPr>
        <p:txBody>
          <a:bodyPr/>
          <a:lstStyle/>
          <a:p>
            <a:pPr>
              <a:spcBef>
                <a:spcPts val="1800"/>
              </a:spcBef>
            </a:pPr>
            <a:r>
              <a:t>1.1 </a:t>
            </a:r>
            <a:r>
              <a:rPr>
                <a:latin typeface="+mn-lt"/>
                <a:ea typeface="+mn-ea"/>
                <a:cs typeface="+mn-cs"/>
                <a:sym typeface="Helvetica"/>
              </a:rPr>
              <a:t>从计算机到计算思维</a:t>
            </a:r>
          </a:p>
        </p:txBody>
      </p:sp>
      <mc:AlternateContent xmlns:mc="http://schemas.openxmlformats.org/markup-compatibility/2006" xmlns:a14="http://schemas.microsoft.com/office/drawing/2010/main">
        <mc:Choice Requires="a14">
          <p:sp>
            <p:nvSpPr>
              <p:cNvPr id="189" name="Content Placeholder 13"/>
              <p:cNvSpPr txBox="1"/>
              <p:nvPr/>
            </p:nvSpPr>
            <p:spPr>
              <a:xfrm>
                <a:off x="1152137" y="1921933"/>
                <a:ext cx="9889244" cy="3266441"/>
              </a:xfrm>
              <a:prstGeom prst="rect">
                <a:avLst/>
              </a:prstGeom>
              <a:ln w="12700">
                <a:miter lim="400000"/>
              </a:ln>
              <a:extLst>
                <a:ext uri="{C572A759-6A51-4108-AA02-DFA0A04FC94B}">
                  <ma14:wrappingTextBoxFlag xmlns:ma14="http://schemas.microsoft.com/office/mac/drawingml/2011/main" xmlns:m="http://schemas.openxmlformats.org/officeDocument/2006/math" xmlns="" val="1"/>
                </a:ext>
              </a:extLst>
            </p:spPr>
            <p:txBody>
              <a:bodyPr lIns="45719" rIns="45719">
                <a:spAutoFit/>
              </a:bodyPr>
              <a:lstStyle/>
              <a:p>
                <a:pPr algn="just">
                  <a:lnSpc>
                    <a:spcPct val="120000"/>
                  </a:lnSpc>
                  <a:spcBef>
                    <a:spcPts val="1800"/>
                  </a:spcBef>
                  <a:defRPr sz="2000">
                    <a:latin typeface="宋体"/>
                    <a:ea typeface="宋体"/>
                    <a:cs typeface="宋体"/>
                    <a:sym typeface="宋体"/>
                  </a:defRPr>
                </a:pPr>
                <a:r>
                  <a:t>②</a:t>
                </a:r>
                <a:r>
                  <a:rPr>
                    <a:solidFill>
                      <a:srgbClr val="942193"/>
                    </a:solidFill>
                  </a:rPr>
                  <a:t>浮点数为小数位置不固定的数</a:t>
                </a:r>
                <a:r>
                  <a:t>，浮点数既有整数部分又有小数部分的数。</a:t>
                </a:r>
              </a:p>
              <a:p>
                <a:pPr algn="just">
                  <a:lnSpc>
                    <a:spcPct val="120000"/>
                  </a:lnSpc>
                  <a:spcBef>
                    <a:spcPts val="1800"/>
                  </a:spcBef>
                  <a:defRPr sz="2000"/>
                </a:pPr>
                <a:r>
                  <a:t>浮点数就是采用尾数和阶码的形式进行存储和表示数值的方法。</a:t>
                </a:r>
              </a:p>
              <a:p>
                <a:pPr algn="just">
                  <a:lnSpc>
                    <a:spcPct val="120000"/>
                  </a:lnSpc>
                  <a:spcBef>
                    <a:spcPts val="1800"/>
                  </a:spcBef>
                  <a:defRPr sz="2000"/>
                </a:pPr>
                <a:r>
                  <a:t>浮点数的格式由：</a:t>
                </a:r>
                <a:r>
                  <a:rPr b="1">
                    <a:solidFill>
                      <a:srgbClr val="0433FF"/>
                    </a:solidFill>
                  </a:rPr>
                  <a:t>阶码符号</a:t>
                </a:r>
                <a:r>
                  <a:rPr b="1"/>
                  <a:t>、</a:t>
                </a:r>
                <a:r>
                  <a:rPr b="1">
                    <a:solidFill>
                      <a:srgbClr val="0433FF"/>
                    </a:solidFill>
                  </a:rPr>
                  <a:t>阶码</a:t>
                </a:r>
                <a:r>
                  <a:rPr b="1"/>
                  <a:t>、</a:t>
                </a:r>
                <a:r>
                  <a:rPr b="1">
                    <a:solidFill>
                      <a:srgbClr val="0433FF"/>
                    </a:solidFill>
                  </a:rPr>
                  <a:t>尾数符号</a:t>
                </a:r>
                <a:r>
                  <a:rPr b="1"/>
                  <a:t>和</a:t>
                </a:r>
                <a:r>
                  <a:rPr b="1">
                    <a:solidFill>
                      <a:srgbClr val="0433FF"/>
                    </a:solidFill>
                  </a:rPr>
                  <a:t>尾数</a:t>
                </a:r>
                <a:r>
                  <a:t>等4个部分构成，其中，阶码的位数决定了浮点数所能表示的数值范围，尾数的位数决定了表示数值的精度。</a:t>
                </a:r>
              </a:p>
              <a:p>
                <a:pPr algn="just">
                  <a:lnSpc>
                    <a:spcPct val="120000"/>
                  </a:lnSpc>
                  <a:spcBef>
                    <a:spcPts val="1800"/>
                  </a:spcBef>
                  <a:defRPr sz="2000"/>
                </a:pPr>
                <a:r>
                  <a:t>任意一个含小数的二进制N可以表示为</a:t>
                </a:r>
                <a14:m>
                  <m:oMath xmlns:m="http://schemas.openxmlformats.org/officeDocument/2006/math">
                    <m:r>
                      <m:rPr>
                        <m:sty m:val="p"/>
                      </m:rPr>
                      <a:rPr sz="2450" i="1">
                        <a:solidFill>
                          <a:srgbClr val="514843"/>
                        </a:solidFill>
                        <a:latin typeface="Cambria Math" panose="02040503050406030204" pitchFamily="18" charset="0"/>
                      </a:rPr>
                      <m:t>N</m:t>
                    </m:r>
                    <m:r>
                      <a:rPr sz="2450" i="1">
                        <a:solidFill>
                          <a:srgbClr val="514843"/>
                        </a:solidFill>
                        <a:latin typeface="Cambria Math" panose="02040503050406030204" pitchFamily="18" charset="0"/>
                      </a:rPr>
                      <m:t>= </m:t>
                    </m:r>
                    <m:sSup>
                      <m:sSupPr>
                        <m:ctrlPr>
                          <a:rPr sz="2450" i="1">
                            <a:solidFill>
                              <a:srgbClr val="514843"/>
                            </a:solidFill>
                            <a:latin typeface="Cambria Math" panose="02040503050406030204" pitchFamily="18" charset="0"/>
                          </a:rPr>
                        </m:ctrlPr>
                      </m:sSupPr>
                      <m:e>
                        <m:r>
                          <a:rPr sz="2450" i="1">
                            <a:solidFill>
                              <a:srgbClr val="514843"/>
                            </a:solidFill>
                            <a:latin typeface="Cambria Math" panose="02040503050406030204" pitchFamily="18" charset="0"/>
                          </a:rPr>
                          <m:t>2</m:t>
                        </m:r>
                      </m:e>
                      <m:sup>
                        <m:r>
                          <a:rPr sz="2450" i="1">
                            <a:solidFill>
                              <a:srgbClr val="514843"/>
                            </a:solidFill>
                            <a:latin typeface="Cambria Math" panose="02040503050406030204" pitchFamily="18" charset="0"/>
                          </a:rPr>
                          <m:t>𝐸</m:t>
                        </m:r>
                      </m:sup>
                    </m:sSup>
                    <m:r>
                      <a:rPr sz="2450" i="1">
                        <a:solidFill>
                          <a:srgbClr val="514843"/>
                        </a:solidFill>
                        <a:latin typeface="Cambria Math" panose="02040503050406030204" pitchFamily="18" charset="0"/>
                      </a:rPr>
                      <m:t>×</m:t>
                    </m:r>
                    <m:r>
                      <m:rPr>
                        <m:sty m:val="p"/>
                      </m:rPr>
                      <a:rPr sz="2450" i="1">
                        <a:solidFill>
                          <a:srgbClr val="514843"/>
                        </a:solidFill>
                        <a:latin typeface="Cambria Math" panose="02040503050406030204" pitchFamily="18" charset="0"/>
                      </a:rPr>
                      <m:t>M</m:t>
                    </m:r>
                  </m:oMath>
                </a14:m>
                <a:r>
                  <a:t>的形式，其中E称为阶码，M称为尾数。</a:t>
                </a:r>
                <a:endParaRPr>
                  <a:solidFill>
                    <a:srgbClr val="514843"/>
                  </a:solidFill>
                </a:endParaRPr>
              </a:p>
            </p:txBody>
          </p:sp>
        </mc:Choice>
        <mc:Fallback xmlns="">
          <p:sp>
            <p:nvSpPr>
              <p:cNvPr id="189" name="Content Placeholder 13"/>
              <p:cNvSpPr txBox="1">
                <a:spLocks noRot="1" noChangeAspect="1" noMove="1" noResize="1" noEditPoints="1" noAdjustHandles="1" noChangeArrowheads="1" noChangeShapeType="1" noTextEdit="1"/>
              </p:cNvSpPr>
              <p:nvPr/>
            </p:nvSpPr>
            <p:spPr>
              <a:xfrm>
                <a:off x="1152137" y="1921933"/>
                <a:ext cx="9889244" cy="3266441"/>
              </a:xfrm>
              <a:prstGeom prst="rect">
                <a:avLst/>
              </a:prstGeom>
              <a:blipFill>
                <a:blip r:embed="rId2"/>
                <a:stretch>
                  <a:fillRect l="-1027" t="-386" r="-1027"/>
                </a:stretch>
              </a:blip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 name="Title 1"/>
          <p:cNvSpPr txBox="1">
            <a:spLocks noGrp="1"/>
          </p:cNvSpPr>
          <p:nvPr>
            <p:ph type="title"/>
          </p:nvPr>
        </p:nvSpPr>
        <p:spPr>
          <a:xfrm>
            <a:off x="1105658" y="618066"/>
            <a:ext cx="9980684" cy="478895"/>
          </a:xfrm>
          <a:prstGeom prst="rect">
            <a:avLst/>
          </a:prstGeom>
        </p:spPr>
        <p:txBody>
          <a:bodyPr/>
          <a:lstStyle/>
          <a:p>
            <a:pPr defTabSz="905255">
              <a:spcBef>
                <a:spcPts val="1700"/>
              </a:spcBef>
              <a:defRPr sz="2772"/>
            </a:pPr>
            <a:r>
              <a:t>1.1 </a:t>
            </a:r>
            <a:r>
              <a:rPr>
                <a:latin typeface="+mn-lt"/>
                <a:ea typeface="+mn-ea"/>
                <a:cs typeface="+mn-cs"/>
                <a:sym typeface="Helvetica"/>
              </a:rPr>
              <a:t>从计算机到计算思维</a:t>
            </a:r>
          </a:p>
        </p:txBody>
      </p:sp>
      <p:sp>
        <p:nvSpPr>
          <p:cNvPr id="192" name="文本框 8"/>
          <p:cNvSpPr txBox="1"/>
          <p:nvPr/>
        </p:nvSpPr>
        <p:spPr>
          <a:xfrm>
            <a:off x="1151378" y="1707682"/>
            <a:ext cx="9889243" cy="42926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just">
              <a:lnSpc>
                <a:spcPct val="120000"/>
              </a:lnSpc>
              <a:spcBef>
                <a:spcPts val="1000"/>
              </a:spcBef>
              <a:defRPr sz="2000"/>
            </a:pPr>
            <a:r>
              <a:rPr b="1">
                <a:solidFill>
                  <a:srgbClr val="0433FF"/>
                </a:solidFill>
              </a:rPr>
              <a:t>（2）非数值数据</a:t>
            </a:r>
          </a:p>
          <a:p>
            <a:pPr>
              <a:lnSpc>
                <a:spcPct val="120000"/>
              </a:lnSpc>
              <a:defRPr sz="2000">
                <a:latin typeface="宋体"/>
                <a:ea typeface="宋体"/>
                <a:cs typeface="宋体"/>
                <a:sym typeface="宋体"/>
              </a:defRPr>
            </a:pPr>
            <a:r>
              <a:t>    非数值数据在计算机中可采用编码来表示。所谓</a:t>
            </a:r>
            <a:r>
              <a:rPr b="1">
                <a:solidFill>
                  <a:srgbClr val="0433FF"/>
                </a:solidFill>
                <a:latin typeface="+mj-lt"/>
                <a:ea typeface="+mj-ea"/>
                <a:cs typeface="+mj-cs"/>
                <a:sym typeface="Euphemia"/>
              </a:rPr>
              <a:t>编码</a:t>
            </a:r>
            <a:r>
              <a:t>，就是以若干位数码或符号的不同组合来表示非数值性信息的方法，并且数码或符号的每种组合都会被人为的指定一种唯一的含义。</a:t>
            </a:r>
          </a:p>
          <a:p>
            <a:pPr>
              <a:lnSpc>
                <a:spcPct val="120000"/>
              </a:lnSpc>
              <a:spcBef>
                <a:spcPts val="1000"/>
              </a:spcBef>
              <a:defRPr sz="2000">
                <a:latin typeface="宋体"/>
                <a:ea typeface="宋体"/>
                <a:cs typeface="宋体"/>
                <a:sym typeface="宋体"/>
              </a:defRPr>
            </a:pPr>
            <a:r>
              <a:t>   编码具有三个主要特征：</a:t>
            </a:r>
          </a:p>
          <a:p>
            <a:pPr marL="342900" indent="-342900">
              <a:lnSpc>
                <a:spcPct val="120000"/>
              </a:lnSpc>
              <a:spcBef>
                <a:spcPts val="1000"/>
              </a:spcBef>
              <a:buSzPct val="100000"/>
              <a:buFont typeface="Arial"/>
              <a:buChar char="•"/>
              <a:defRPr sz="2000">
                <a:latin typeface="宋体"/>
                <a:ea typeface="宋体"/>
                <a:cs typeface="宋体"/>
                <a:sym typeface="宋体"/>
              </a:defRPr>
            </a:pPr>
            <a:r>
              <a:rPr>
                <a:solidFill>
                  <a:srgbClr val="942193"/>
                </a:solidFill>
              </a:rPr>
              <a:t>唯一性</a:t>
            </a:r>
            <a:r>
              <a:t>   指每种组合都有确定的唯一的含义</a:t>
            </a:r>
          </a:p>
          <a:p>
            <a:pPr marL="342900" indent="-342900">
              <a:lnSpc>
                <a:spcPct val="120000"/>
              </a:lnSpc>
              <a:spcBef>
                <a:spcPts val="1000"/>
              </a:spcBef>
              <a:buSzPct val="100000"/>
              <a:buFont typeface="Arial"/>
              <a:buChar char="•"/>
              <a:defRPr sz="2000">
                <a:latin typeface="宋体"/>
                <a:ea typeface="宋体"/>
                <a:cs typeface="宋体"/>
                <a:sym typeface="宋体"/>
              </a:defRPr>
            </a:pPr>
            <a:r>
              <a:rPr>
                <a:solidFill>
                  <a:srgbClr val="942193"/>
                </a:solidFill>
              </a:rPr>
              <a:t>公共性</a:t>
            </a:r>
            <a:r>
              <a:t>   指所有相关者都认同、遵守和使用这种编码。</a:t>
            </a:r>
          </a:p>
          <a:p>
            <a:pPr marL="342900" indent="-342900">
              <a:lnSpc>
                <a:spcPct val="120000"/>
              </a:lnSpc>
              <a:spcBef>
                <a:spcPts val="1000"/>
              </a:spcBef>
              <a:buSzPct val="100000"/>
              <a:buFont typeface="Arial"/>
              <a:buChar char="•"/>
              <a:defRPr sz="2000">
                <a:latin typeface="宋体"/>
                <a:ea typeface="宋体"/>
                <a:cs typeface="宋体"/>
                <a:sym typeface="宋体"/>
              </a:defRPr>
            </a:pPr>
            <a:r>
              <a:rPr>
                <a:solidFill>
                  <a:srgbClr val="942193"/>
                </a:solidFill>
              </a:rPr>
              <a:t>规律性</a:t>
            </a:r>
            <a:r>
              <a:t>   指编码应有一定的规律和规则，便于计算机和人能识别并使用它。</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 name="Title 1"/>
          <p:cNvSpPr txBox="1">
            <a:spLocks noGrp="1"/>
          </p:cNvSpPr>
          <p:nvPr>
            <p:ph type="title"/>
          </p:nvPr>
        </p:nvSpPr>
        <p:spPr>
          <a:xfrm>
            <a:off x="1105658" y="618066"/>
            <a:ext cx="9980684" cy="478895"/>
          </a:xfrm>
          <a:prstGeom prst="rect">
            <a:avLst/>
          </a:prstGeom>
        </p:spPr>
        <p:txBody>
          <a:bodyPr/>
          <a:lstStyle/>
          <a:p>
            <a:pPr defTabSz="905255">
              <a:spcBef>
                <a:spcPts val="1700"/>
              </a:spcBef>
              <a:defRPr sz="2772"/>
            </a:pPr>
            <a:r>
              <a:t>1.1 </a:t>
            </a:r>
            <a:r>
              <a:rPr>
                <a:latin typeface="+mn-lt"/>
                <a:ea typeface="+mn-ea"/>
                <a:cs typeface="+mn-cs"/>
                <a:sym typeface="Helvetica"/>
              </a:rPr>
              <a:t>从计算机到计算思维</a:t>
            </a:r>
          </a:p>
        </p:txBody>
      </p:sp>
      <p:pic>
        <p:nvPicPr>
          <p:cNvPr id="195" name="图片 2" descr="图片 2"/>
          <p:cNvPicPr>
            <a:picLocks noChangeAspect="1"/>
          </p:cNvPicPr>
          <p:nvPr/>
        </p:nvPicPr>
        <p:blipFill>
          <a:blip r:embed="rId2"/>
          <a:stretch>
            <a:fillRect/>
          </a:stretch>
        </p:blipFill>
        <p:spPr>
          <a:xfrm>
            <a:off x="1999171" y="1336412"/>
            <a:ext cx="8312951" cy="3056957"/>
          </a:xfrm>
          <a:prstGeom prst="rect">
            <a:avLst/>
          </a:prstGeom>
          <a:ln w="12700">
            <a:miter lim="400000"/>
          </a:ln>
        </p:spPr>
      </p:pic>
      <p:sp>
        <p:nvSpPr>
          <p:cNvPr id="196" name="文本框 3"/>
          <p:cNvSpPr txBox="1"/>
          <p:nvPr/>
        </p:nvSpPr>
        <p:spPr>
          <a:xfrm>
            <a:off x="1643165" y="4885356"/>
            <a:ext cx="9024963" cy="13004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just">
              <a:lnSpc>
                <a:spcPct val="120000"/>
              </a:lnSpc>
              <a:defRPr sz="2000"/>
            </a:pPr>
            <a:r>
              <a:t>    上图展示的ASCII码便是典型的西文字符编码标准。ASCII共编码128个通用标准符号，包括26个英文大写字母，26个英文小写字母，数字0-9，32个通用控制字符以及34个专用字符。</a:t>
            </a:r>
          </a:p>
        </p:txBody>
      </p:sp>
      <p:sp>
        <p:nvSpPr>
          <p:cNvPr id="197" name="文本框 4"/>
          <p:cNvSpPr txBox="1"/>
          <p:nvPr/>
        </p:nvSpPr>
        <p:spPr>
          <a:xfrm>
            <a:off x="4988012" y="4424907"/>
            <a:ext cx="2215976" cy="4470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ctr">
              <a:defRPr sz="2000">
                <a:solidFill>
                  <a:srgbClr val="942193"/>
                </a:solidFill>
                <a:latin typeface="宋体"/>
                <a:ea typeface="宋体"/>
                <a:cs typeface="宋体"/>
                <a:sym typeface="宋体"/>
              </a:defRPr>
            </a:pPr>
            <a:r>
              <a:t>ASCII码（部分）</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 name="Title 1"/>
          <p:cNvSpPr txBox="1">
            <a:spLocks noGrp="1"/>
          </p:cNvSpPr>
          <p:nvPr>
            <p:ph type="title"/>
          </p:nvPr>
        </p:nvSpPr>
        <p:spPr>
          <a:xfrm>
            <a:off x="1105658" y="618066"/>
            <a:ext cx="9980684" cy="478895"/>
          </a:xfrm>
          <a:prstGeom prst="rect">
            <a:avLst/>
          </a:prstGeom>
        </p:spPr>
        <p:txBody>
          <a:bodyPr/>
          <a:lstStyle/>
          <a:p>
            <a:pPr defTabSz="905255">
              <a:spcBef>
                <a:spcPts val="1700"/>
              </a:spcBef>
              <a:defRPr sz="2772"/>
            </a:pPr>
            <a:r>
              <a:t>1.1 </a:t>
            </a:r>
            <a:r>
              <a:rPr>
                <a:latin typeface="+mn-lt"/>
                <a:ea typeface="+mn-ea"/>
                <a:cs typeface="+mn-cs"/>
                <a:sym typeface="Helvetica"/>
              </a:rPr>
              <a:t>从计算机到计算思维</a:t>
            </a:r>
          </a:p>
        </p:txBody>
      </p:sp>
      <p:sp>
        <p:nvSpPr>
          <p:cNvPr id="200" name="文本框 6"/>
          <p:cNvSpPr txBox="1"/>
          <p:nvPr/>
        </p:nvSpPr>
        <p:spPr>
          <a:xfrm>
            <a:off x="1210645" y="1418732"/>
            <a:ext cx="9889243" cy="4470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defRPr sz="2000">
                <a:latin typeface="宋体"/>
                <a:ea typeface="宋体"/>
                <a:cs typeface="宋体"/>
                <a:sym typeface="宋体"/>
              </a:defRPr>
            </a:pPr>
            <a:r>
              <a:t>汉字的编码有3类：输入编码、内部码和字形码。</a:t>
            </a:r>
          </a:p>
        </p:txBody>
      </p:sp>
      <p:pic>
        <p:nvPicPr>
          <p:cNvPr id="201" name="图片 7" descr="图片 7"/>
          <p:cNvPicPr>
            <a:picLocks noChangeAspect="1"/>
          </p:cNvPicPr>
          <p:nvPr/>
        </p:nvPicPr>
        <p:blipFill>
          <a:blip r:embed="rId2"/>
          <a:stretch>
            <a:fillRect/>
          </a:stretch>
        </p:blipFill>
        <p:spPr>
          <a:xfrm>
            <a:off x="1450975" y="2039298"/>
            <a:ext cx="3905250" cy="3635378"/>
          </a:xfrm>
          <a:prstGeom prst="rect">
            <a:avLst/>
          </a:prstGeom>
          <a:ln w="12700">
            <a:miter lim="400000"/>
          </a:ln>
        </p:spPr>
      </p:pic>
      <p:sp>
        <p:nvSpPr>
          <p:cNvPr id="202" name="文本框 8"/>
          <p:cNvSpPr txBox="1"/>
          <p:nvPr/>
        </p:nvSpPr>
        <p:spPr>
          <a:xfrm>
            <a:off x="5650653" y="2084067"/>
            <a:ext cx="5440769" cy="35458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marL="285750" indent="-285750">
              <a:spcBef>
                <a:spcPts val="1000"/>
              </a:spcBef>
              <a:buSzPct val="100000"/>
              <a:buFont typeface="Arial"/>
              <a:buChar char="•"/>
              <a:defRPr sz="2000">
                <a:latin typeface="宋体"/>
                <a:ea typeface="宋体"/>
                <a:cs typeface="宋体"/>
                <a:sym typeface="宋体"/>
              </a:defRPr>
            </a:pPr>
            <a:r>
              <a:rPr b="1">
                <a:solidFill>
                  <a:srgbClr val="0433FF"/>
                </a:solidFill>
                <a:latin typeface="+mj-lt"/>
                <a:ea typeface="+mj-ea"/>
                <a:cs typeface="+mj-cs"/>
                <a:sym typeface="Euphemia"/>
              </a:rPr>
              <a:t>输入码</a:t>
            </a:r>
            <a:r>
              <a:t>：是一种用计算机标准键盘按键的不同组合编制的编码，可以分为3类：数字编码、拼音码和字形编码。例如常用的拼音输入法、五笔输入法等。</a:t>
            </a:r>
          </a:p>
          <a:p>
            <a:pPr marL="285750" indent="-285750">
              <a:spcBef>
                <a:spcPts val="1000"/>
              </a:spcBef>
              <a:buSzPct val="100000"/>
              <a:buFont typeface="Arial"/>
              <a:buChar char="•"/>
              <a:defRPr sz="2000">
                <a:latin typeface="宋体"/>
                <a:ea typeface="宋体"/>
                <a:cs typeface="宋体"/>
                <a:sym typeface="宋体"/>
              </a:defRPr>
            </a:pPr>
            <a:r>
              <a:rPr b="1">
                <a:solidFill>
                  <a:srgbClr val="0433FF"/>
                </a:solidFill>
                <a:latin typeface="+mj-lt"/>
                <a:ea typeface="+mj-ea"/>
                <a:cs typeface="+mj-cs"/>
                <a:sym typeface="Euphemia"/>
              </a:rPr>
              <a:t>内码</a:t>
            </a:r>
            <a:r>
              <a:t>：指计算机内部存储、处理加工和传输汉字时所用的由0和1符号组成的代码，也是用两个字节来存放的。</a:t>
            </a:r>
          </a:p>
          <a:p>
            <a:pPr marL="285750" indent="-285750">
              <a:spcBef>
                <a:spcPts val="1000"/>
              </a:spcBef>
              <a:buSzPct val="100000"/>
              <a:buFont typeface="Arial"/>
              <a:buChar char="•"/>
              <a:defRPr sz="2000">
                <a:latin typeface="宋体"/>
                <a:ea typeface="宋体"/>
                <a:cs typeface="宋体"/>
                <a:sym typeface="宋体"/>
              </a:defRPr>
            </a:pPr>
            <a:r>
              <a:rPr b="1">
                <a:solidFill>
                  <a:srgbClr val="0433FF"/>
                </a:solidFill>
                <a:latin typeface="+mj-lt"/>
                <a:ea typeface="+mj-ea"/>
                <a:cs typeface="+mj-cs"/>
                <a:sym typeface="Euphemia"/>
              </a:rPr>
              <a:t>字形码</a:t>
            </a:r>
            <a:r>
              <a:t>：字形码是一种为了将汉字在显示器或打印机上输出的点阵代码。</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 name="Title 1"/>
          <p:cNvSpPr txBox="1">
            <a:spLocks noGrp="1"/>
          </p:cNvSpPr>
          <p:nvPr>
            <p:ph type="title"/>
          </p:nvPr>
        </p:nvSpPr>
        <p:spPr>
          <a:xfrm>
            <a:off x="1105658" y="618066"/>
            <a:ext cx="9980684" cy="478895"/>
          </a:xfrm>
          <a:prstGeom prst="rect">
            <a:avLst/>
          </a:prstGeom>
        </p:spPr>
        <p:txBody>
          <a:bodyPr/>
          <a:lstStyle/>
          <a:p>
            <a:pPr defTabSz="905255">
              <a:spcBef>
                <a:spcPts val="1700"/>
              </a:spcBef>
              <a:defRPr sz="2772"/>
            </a:pPr>
            <a:r>
              <a:t>1.1 </a:t>
            </a:r>
            <a:r>
              <a:rPr>
                <a:latin typeface="+mn-lt"/>
                <a:ea typeface="+mn-ea"/>
                <a:cs typeface="+mn-cs"/>
                <a:sym typeface="Helvetica"/>
              </a:rPr>
              <a:t>从计算机到计算思维</a:t>
            </a:r>
          </a:p>
        </p:txBody>
      </p:sp>
      <p:sp>
        <p:nvSpPr>
          <p:cNvPr id="205" name="文本框 4"/>
          <p:cNvSpPr txBox="1"/>
          <p:nvPr/>
        </p:nvSpPr>
        <p:spPr>
          <a:xfrm>
            <a:off x="2814318" y="4985868"/>
            <a:ext cx="1771227" cy="4470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2000">
                <a:solidFill>
                  <a:srgbClr val="942193"/>
                </a:solidFill>
                <a:latin typeface="宋体"/>
                <a:ea typeface="宋体"/>
                <a:cs typeface="宋体"/>
                <a:sym typeface="宋体"/>
              </a:defRPr>
            </a:lvl1pPr>
          </a:lstStyle>
          <a:p>
            <a:r>
              <a:t>汉字字形码</a:t>
            </a:r>
          </a:p>
        </p:txBody>
      </p:sp>
      <p:sp>
        <p:nvSpPr>
          <p:cNvPr id="206" name="文本框 6"/>
          <p:cNvSpPr txBox="1"/>
          <p:nvPr/>
        </p:nvSpPr>
        <p:spPr>
          <a:xfrm>
            <a:off x="6483861" y="1845734"/>
            <a:ext cx="5025232" cy="42291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marL="317500" indent="-317500">
              <a:lnSpc>
                <a:spcPct val="120000"/>
              </a:lnSpc>
              <a:spcBef>
                <a:spcPts val="1000"/>
              </a:spcBef>
              <a:buSzPct val="100000"/>
              <a:buFont typeface="Arial"/>
              <a:buChar char="•"/>
            </a:pPr>
            <a:r>
              <a:rPr sz="2000" b="1">
                <a:solidFill>
                  <a:srgbClr val="0433FF"/>
                </a:solidFill>
              </a:rPr>
              <a:t>点阵字符</a:t>
            </a:r>
            <a:r>
              <a:t>：每个小方格是一个点，有笔划部分是黑点，文字的背景部分是白点，点阵中的黑点就描绘出汉字字形，称为汉字点阵字形。</a:t>
            </a:r>
          </a:p>
          <a:p>
            <a:pPr marL="317500" indent="-317500">
              <a:lnSpc>
                <a:spcPct val="120000"/>
              </a:lnSpc>
              <a:spcBef>
                <a:spcPts val="1000"/>
              </a:spcBef>
              <a:buSzPct val="100000"/>
              <a:buFont typeface="Arial"/>
              <a:buChar char="•"/>
            </a:pPr>
            <a:r>
              <a:rPr sz="2000" b="1">
                <a:solidFill>
                  <a:srgbClr val="0433FF"/>
                </a:solidFill>
              </a:rPr>
              <a:t>点阵字符的位图</a:t>
            </a:r>
            <a:r>
              <a:t>：用1表示黑点，0表示白点，按照自上而下、从左至右的顺序排列起来，就把字形转换成了一串二进制的数字</a:t>
            </a:r>
          </a:p>
          <a:p>
            <a:pPr marL="317500" indent="-317500" algn="just">
              <a:lnSpc>
                <a:spcPct val="120000"/>
              </a:lnSpc>
              <a:spcBef>
                <a:spcPts val="1000"/>
              </a:spcBef>
              <a:buSzPct val="100000"/>
              <a:buFont typeface="Arial"/>
              <a:buChar char="•"/>
            </a:pPr>
            <a:r>
              <a:rPr sz="2000" b="1">
                <a:solidFill>
                  <a:srgbClr val="0433FF"/>
                </a:solidFill>
              </a:rPr>
              <a:t>矢量轮廓字符</a:t>
            </a:r>
            <a:r>
              <a:t>：把每个字符的笔划分解成各种曲线, 在显示的时候,再根据曲线的参数,画出这些线条,就还原了原来的字符，它采用数学方法来描述每个汉字的轮廓曲线。</a:t>
            </a:r>
          </a:p>
        </p:txBody>
      </p:sp>
      <p:pic>
        <p:nvPicPr>
          <p:cNvPr id="207" name="图1-2.jpg" descr="图1-2.jpg"/>
          <p:cNvPicPr>
            <a:picLocks/>
          </p:cNvPicPr>
          <p:nvPr/>
        </p:nvPicPr>
        <p:blipFill>
          <a:blip r:embed="rId2"/>
          <a:stretch>
            <a:fillRect/>
          </a:stretch>
        </p:blipFill>
        <p:spPr>
          <a:xfrm>
            <a:off x="335541" y="2373376"/>
            <a:ext cx="5916019" cy="2111248"/>
          </a:xfrm>
          <a:prstGeom prst="rect">
            <a:avLst/>
          </a:prstGeom>
          <a:ln w="12700">
            <a:miter lim="400000"/>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 name="Title 1"/>
          <p:cNvSpPr txBox="1">
            <a:spLocks noGrp="1"/>
          </p:cNvSpPr>
          <p:nvPr>
            <p:ph type="ctrTitle"/>
          </p:nvPr>
        </p:nvSpPr>
        <p:spPr>
          <a:xfrm>
            <a:off x="1104900" y="2292094"/>
            <a:ext cx="10096500" cy="1734475"/>
          </a:xfrm>
          <a:prstGeom prst="rect">
            <a:avLst/>
          </a:prstGeom>
        </p:spPr>
        <p:txBody>
          <a:bodyPr/>
          <a:lstStyle/>
          <a:p>
            <a:pPr algn="ctr"/>
            <a:r>
              <a:t> 1.2 </a:t>
            </a:r>
            <a:r>
              <a:rPr>
                <a:latin typeface="+mn-lt"/>
                <a:ea typeface="+mn-ea"/>
                <a:cs typeface="+mn-cs"/>
                <a:sym typeface="Helvetica"/>
              </a:rPr>
              <a:t>程序设计语言类型</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 name="Title 1"/>
          <p:cNvSpPr txBox="1">
            <a:spLocks noGrp="1"/>
          </p:cNvSpPr>
          <p:nvPr>
            <p:ph type="title"/>
          </p:nvPr>
        </p:nvSpPr>
        <p:spPr>
          <a:xfrm>
            <a:off x="1105658" y="618066"/>
            <a:ext cx="9980684" cy="478895"/>
          </a:xfrm>
          <a:prstGeom prst="rect">
            <a:avLst/>
          </a:prstGeom>
        </p:spPr>
        <p:txBody>
          <a:bodyPr/>
          <a:lstStyle/>
          <a:p>
            <a:pPr>
              <a:spcBef>
                <a:spcPts val="1800"/>
              </a:spcBef>
              <a:defRPr sz="2500"/>
            </a:pPr>
            <a:r>
              <a:t>1.2 </a:t>
            </a:r>
            <a:r>
              <a:rPr>
                <a:latin typeface="+mn-lt"/>
                <a:ea typeface="+mn-ea"/>
                <a:cs typeface="+mn-cs"/>
                <a:sym typeface="Helvetica"/>
              </a:rPr>
              <a:t>程序设计语言类型</a:t>
            </a:r>
          </a:p>
        </p:txBody>
      </p:sp>
      <p:sp>
        <p:nvSpPr>
          <p:cNvPr id="212" name="文本框 8"/>
          <p:cNvSpPr txBox="1"/>
          <p:nvPr/>
        </p:nvSpPr>
        <p:spPr>
          <a:xfrm>
            <a:off x="1151378" y="1706078"/>
            <a:ext cx="9889243" cy="40944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just">
              <a:lnSpc>
                <a:spcPct val="120000"/>
              </a:lnSpc>
              <a:spcBef>
                <a:spcPts val="1000"/>
              </a:spcBef>
              <a:defRPr sz="2400"/>
            </a:pPr>
            <a:r>
              <a:rPr b="1">
                <a:solidFill>
                  <a:srgbClr val="0433FF"/>
                </a:solidFill>
              </a:rPr>
              <a:t>程序设计语言</a:t>
            </a:r>
          </a:p>
          <a:p>
            <a:pPr>
              <a:lnSpc>
                <a:spcPct val="120000"/>
              </a:lnSpc>
              <a:spcBef>
                <a:spcPts val="1000"/>
              </a:spcBef>
              <a:defRPr sz="2000"/>
            </a:pPr>
            <a:r>
              <a:t>    程序设计语言是用于书写计算机程序的语言，语言的基础是一组记号和一组规则。根据规则，由记号构成的记号串的总体就是语言。</a:t>
            </a:r>
          </a:p>
          <a:p>
            <a:pPr>
              <a:lnSpc>
                <a:spcPct val="120000"/>
              </a:lnSpc>
              <a:spcBef>
                <a:spcPts val="1000"/>
              </a:spcBef>
              <a:defRPr sz="2000"/>
            </a:pPr>
            <a:r>
              <a:t>    程序设计语言有3个方面的要素，即</a:t>
            </a:r>
            <a:r>
              <a:rPr b="1">
                <a:solidFill>
                  <a:srgbClr val="0433FF"/>
                </a:solidFill>
              </a:rPr>
              <a:t>语法</a:t>
            </a:r>
            <a:r>
              <a:rPr b="1"/>
              <a:t>、</a:t>
            </a:r>
            <a:r>
              <a:rPr b="1">
                <a:solidFill>
                  <a:srgbClr val="0433FF"/>
                </a:solidFill>
              </a:rPr>
              <a:t>语义</a:t>
            </a:r>
            <a:r>
              <a:rPr b="1"/>
              <a:t>和</a:t>
            </a:r>
            <a:r>
              <a:rPr b="1">
                <a:solidFill>
                  <a:srgbClr val="0433FF"/>
                </a:solidFill>
              </a:rPr>
              <a:t>语用</a:t>
            </a:r>
            <a:r>
              <a:t>。</a:t>
            </a:r>
          </a:p>
          <a:p>
            <a:pPr marL="800100" lvl="1" indent="-342900">
              <a:lnSpc>
                <a:spcPct val="120000"/>
              </a:lnSpc>
              <a:spcBef>
                <a:spcPts val="1000"/>
              </a:spcBef>
              <a:buSzPct val="100000"/>
              <a:buFont typeface="Arial"/>
              <a:buChar char="•"/>
              <a:defRPr sz="2000"/>
            </a:pPr>
            <a:r>
              <a:rPr>
                <a:solidFill>
                  <a:srgbClr val="942193"/>
                </a:solidFill>
              </a:rPr>
              <a:t>语法</a:t>
            </a:r>
            <a:r>
              <a:t>：程序的结构或形式，即表示构成语言的各个记号之间的组合规律。</a:t>
            </a:r>
          </a:p>
          <a:p>
            <a:pPr marL="800100" lvl="1" indent="-342900">
              <a:lnSpc>
                <a:spcPct val="120000"/>
              </a:lnSpc>
              <a:spcBef>
                <a:spcPts val="1000"/>
              </a:spcBef>
              <a:buSzPct val="100000"/>
              <a:buFont typeface="Arial"/>
              <a:buChar char="•"/>
              <a:defRPr sz="2000"/>
            </a:pPr>
            <a:r>
              <a:rPr>
                <a:solidFill>
                  <a:srgbClr val="942193"/>
                </a:solidFill>
              </a:rPr>
              <a:t>语义</a:t>
            </a:r>
            <a:r>
              <a:t>：程序的含义，即各个记号的特定含义。</a:t>
            </a:r>
          </a:p>
          <a:p>
            <a:pPr marL="800100" lvl="1" indent="-342900">
              <a:lnSpc>
                <a:spcPct val="120000"/>
              </a:lnSpc>
              <a:spcBef>
                <a:spcPts val="1000"/>
              </a:spcBef>
              <a:buSzPct val="100000"/>
              <a:buFont typeface="Arial"/>
              <a:buChar char="•"/>
              <a:defRPr sz="2000"/>
            </a:pPr>
            <a:r>
              <a:rPr>
                <a:solidFill>
                  <a:srgbClr val="942193"/>
                </a:solidFill>
              </a:rPr>
              <a:t>语用</a:t>
            </a:r>
            <a:r>
              <a:t>：程序与使用者的关系。</a:t>
            </a:r>
            <a:endParaRPr>
              <a:latin typeface="宋体"/>
              <a:ea typeface="宋体"/>
              <a:cs typeface="宋体"/>
              <a:sym typeface="宋体"/>
            </a:endParaRP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 name="Title 1"/>
          <p:cNvSpPr txBox="1">
            <a:spLocks noGrp="1"/>
          </p:cNvSpPr>
          <p:nvPr>
            <p:ph type="title"/>
          </p:nvPr>
        </p:nvSpPr>
        <p:spPr>
          <a:xfrm>
            <a:off x="1105658" y="618066"/>
            <a:ext cx="9980684" cy="478895"/>
          </a:xfrm>
          <a:prstGeom prst="rect">
            <a:avLst/>
          </a:prstGeom>
        </p:spPr>
        <p:txBody>
          <a:bodyPr/>
          <a:lstStyle/>
          <a:p>
            <a:pPr defTabSz="905255">
              <a:spcBef>
                <a:spcPts val="1700"/>
              </a:spcBef>
              <a:defRPr sz="2772"/>
            </a:pPr>
            <a:r>
              <a:t>1.2 </a:t>
            </a:r>
            <a:r>
              <a:rPr>
                <a:latin typeface="+mn-lt"/>
                <a:ea typeface="+mn-ea"/>
                <a:cs typeface="+mn-cs"/>
                <a:sym typeface="Helvetica"/>
              </a:rPr>
              <a:t>程序设计语言类型</a:t>
            </a:r>
          </a:p>
        </p:txBody>
      </p:sp>
      <p:sp>
        <p:nvSpPr>
          <p:cNvPr id="215" name="文本框 8"/>
          <p:cNvSpPr txBox="1"/>
          <p:nvPr/>
        </p:nvSpPr>
        <p:spPr>
          <a:xfrm>
            <a:off x="1149861" y="1337589"/>
            <a:ext cx="9889243" cy="4978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just">
              <a:spcBef>
                <a:spcPts val="1000"/>
              </a:spcBef>
              <a:defRPr sz="2300" b="1">
                <a:solidFill>
                  <a:srgbClr val="0433FF"/>
                </a:solidFill>
              </a:defRPr>
            </a:lvl1pPr>
          </a:lstStyle>
          <a:p>
            <a:pPr>
              <a:defRPr b="0">
                <a:solidFill>
                  <a:schemeClr val="accent1"/>
                </a:solidFill>
              </a:defRPr>
            </a:pPr>
            <a:r>
              <a:rPr b="1">
                <a:solidFill>
                  <a:srgbClr val="0433FF"/>
                </a:solidFill>
              </a:rPr>
              <a:t>程序设计语言的发展历程</a:t>
            </a:r>
          </a:p>
        </p:txBody>
      </p:sp>
      <p:sp>
        <p:nvSpPr>
          <p:cNvPr id="216" name="右箭头 4"/>
          <p:cNvSpPr/>
          <p:nvPr/>
        </p:nvSpPr>
        <p:spPr>
          <a:xfrm>
            <a:off x="4453471" y="1990469"/>
            <a:ext cx="897468" cy="76201"/>
          </a:xfrm>
          <a:prstGeom prst="rightArrow">
            <a:avLst>
              <a:gd name="adj1" fmla="val 50000"/>
              <a:gd name="adj2" fmla="val 50000"/>
            </a:avLst>
          </a:prstGeom>
          <a:solidFill>
            <a:schemeClr val="accent1"/>
          </a:solidFill>
          <a:ln w="48000">
            <a:solidFill>
              <a:srgbClr val="3B3531"/>
            </a:solidFill>
          </a:ln>
        </p:spPr>
        <p:txBody>
          <a:bodyPr lIns="45719" rIns="45719" anchor="ctr"/>
          <a:lstStyle/>
          <a:p>
            <a:pPr algn="ctr">
              <a:defRPr>
                <a:solidFill>
                  <a:srgbClr val="FFFFFF"/>
                </a:solidFill>
              </a:defRPr>
            </a:pPr>
            <a:endParaRPr/>
          </a:p>
        </p:txBody>
      </p:sp>
      <p:sp>
        <p:nvSpPr>
          <p:cNvPr id="217" name="文本框 5"/>
          <p:cNvSpPr txBox="1"/>
          <p:nvPr/>
        </p:nvSpPr>
        <p:spPr>
          <a:xfrm>
            <a:off x="1011491" y="2106631"/>
            <a:ext cx="10352259" cy="215091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just">
              <a:lnSpc>
                <a:spcPct val="120000"/>
              </a:lnSpc>
              <a:defRPr sz="1900">
                <a:solidFill>
                  <a:srgbClr val="942193"/>
                </a:solidFill>
              </a:defRPr>
            </a:pPr>
            <a:r>
              <a:rPr sz="1900" dirty="0">
                <a:solidFill>
                  <a:srgbClr val="942193"/>
                </a:solidFill>
                <a:latin typeface="SimSun" panose="02010600030101010101" pitchFamily="2" charset="-122"/>
                <a:ea typeface="SimSun" panose="02010600030101010101" pitchFamily="2" charset="-122"/>
              </a:rPr>
              <a:t>（1）机器语言</a:t>
            </a:r>
          </a:p>
          <a:p>
            <a:pPr algn="just">
              <a:lnSpc>
                <a:spcPct val="120000"/>
              </a:lnSpc>
              <a:defRPr sz="1900">
                <a:latin typeface="宋体"/>
                <a:ea typeface="宋体"/>
                <a:cs typeface="宋体"/>
                <a:sym typeface="宋体"/>
              </a:defRPr>
            </a:pPr>
            <a:r>
              <a:rPr dirty="0"/>
              <a:t>    在计算机发展的早期，机器语言是唯一的程序设计语言，它直接使用二进制代码表达指令，由二进制0、1代码指令构成。是计算机硬件可以直接识别和执行的程序设计语言。</a:t>
            </a:r>
          </a:p>
          <a:p>
            <a:pPr algn="just">
              <a:lnSpc>
                <a:spcPct val="120000"/>
              </a:lnSpc>
              <a:defRPr sz="1900">
                <a:latin typeface="宋体"/>
                <a:ea typeface="宋体"/>
                <a:cs typeface="宋体"/>
                <a:sym typeface="宋体"/>
              </a:defRPr>
            </a:pPr>
            <a:r>
              <a:rPr dirty="0"/>
              <a:t>    </a:t>
            </a:r>
            <a:r>
              <a:rPr dirty="0" err="1">
                <a:solidFill>
                  <a:srgbClr val="0433FF"/>
                </a:solidFill>
              </a:rPr>
              <a:t>优点</a:t>
            </a:r>
            <a:r>
              <a:rPr dirty="0" err="1"/>
              <a:t>：计算机硬件可以直接识别和执行</a:t>
            </a:r>
            <a:endParaRPr dirty="0"/>
          </a:p>
          <a:p>
            <a:pPr algn="just">
              <a:lnSpc>
                <a:spcPct val="120000"/>
              </a:lnSpc>
              <a:defRPr sz="1900">
                <a:latin typeface="宋体"/>
                <a:ea typeface="宋体"/>
                <a:cs typeface="宋体"/>
                <a:sym typeface="宋体"/>
              </a:defRPr>
            </a:pPr>
            <a:r>
              <a:rPr dirty="0"/>
              <a:t>    </a:t>
            </a:r>
            <a:r>
              <a:rPr dirty="0" err="1">
                <a:solidFill>
                  <a:srgbClr val="0433FF"/>
                </a:solidFill>
              </a:rPr>
              <a:t>缺点</a:t>
            </a:r>
            <a:r>
              <a:rPr dirty="0" err="1"/>
              <a:t>：不同的结构的计算机机器指令也会不同；同时，机器语言程序难编写、难修改、难维护</a:t>
            </a:r>
            <a:endParaRPr dirty="0"/>
          </a:p>
        </p:txBody>
      </p:sp>
      <p:sp>
        <p:nvSpPr>
          <p:cNvPr id="218" name="文本框 6"/>
          <p:cNvSpPr txBox="1"/>
          <p:nvPr/>
        </p:nvSpPr>
        <p:spPr>
          <a:xfrm>
            <a:off x="3093724" y="1793100"/>
            <a:ext cx="1398694" cy="5105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2400">
                <a:latin typeface="宋体"/>
                <a:ea typeface="宋体"/>
                <a:cs typeface="宋体"/>
                <a:sym typeface="宋体"/>
              </a:defRPr>
            </a:lvl1pPr>
          </a:lstStyle>
          <a:p>
            <a:r>
              <a:t>机器语言</a:t>
            </a:r>
          </a:p>
        </p:txBody>
      </p:sp>
      <p:sp>
        <p:nvSpPr>
          <p:cNvPr id="219" name="文本框 9"/>
          <p:cNvSpPr txBox="1"/>
          <p:nvPr/>
        </p:nvSpPr>
        <p:spPr>
          <a:xfrm>
            <a:off x="5488273" y="1797736"/>
            <a:ext cx="1398694" cy="5105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2400">
                <a:latin typeface="宋体"/>
                <a:ea typeface="宋体"/>
                <a:cs typeface="宋体"/>
                <a:sym typeface="宋体"/>
              </a:defRPr>
            </a:lvl1pPr>
          </a:lstStyle>
          <a:p>
            <a:r>
              <a:t>汇编语言</a:t>
            </a:r>
          </a:p>
        </p:txBody>
      </p:sp>
      <p:sp>
        <p:nvSpPr>
          <p:cNvPr id="220" name="右箭头 10"/>
          <p:cNvSpPr/>
          <p:nvPr/>
        </p:nvSpPr>
        <p:spPr>
          <a:xfrm>
            <a:off x="6841070" y="1988909"/>
            <a:ext cx="897468" cy="76201"/>
          </a:xfrm>
          <a:prstGeom prst="rightArrow">
            <a:avLst>
              <a:gd name="adj1" fmla="val 50000"/>
              <a:gd name="adj2" fmla="val 50000"/>
            </a:avLst>
          </a:prstGeom>
          <a:solidFill>
            <a:schemeClr val="accent1"/>
          </a:solidFill>
          <a:ln w="48000">
            <a:solidFill>
              <a:srgbClr val="3B3531"/>
            </a:solidFill>
          </a:ln>
        </p:spPr>
        <p:txBody>
          <a:bodyPr lIns="45719" rIns="45719" anchor="ctr"/>
          <a:lstStyle/>
          <a:p>
            <a:pPr algn="ctr">
              <a:defRPr>
                <a:solidFill>
                  <a:srgbClr val="FFFFFF"/>
                </a:solidFill>
              </a:defRPr>
            </a:pPr>
            <a:endParaRPr/>
          </a:p>
        </p:txBody>
      </p:sp>
      <p:sp>
        <p:nvSpPr>
          <p:cNvPr id="221" name="文本框 11"/>
          <p:cNvSpPr txBox="1"/>
          <p:nvPr/>
        </p:nvSpPr>
        <p:spPr>
          <a:xfrm>
            <a:off x="7882823" y="1793099"/>
            <a:ext cx="1398694" cy="5105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2400">
                <a:latin typeface="宋体"/>
                <a:ea typeface="宋体"/>
                <a:cs typeface="宋体"/>
                <a:sym typeface="宋体"/>
              </a:defRPr>
            </a:lvl1pPr>
          </a:lstStyle>
          <a:p>
            <a:r>
              <a:t>高级语言</a:t>
            </a:r>
          </a:p>
        </p:txBody>
      </p:sp>
      <p:sp>
        <p:nvSpPr>
          <p:cNvPr id="222" name="文本框 12"/>
          <p:cNvSpPr txBox="1"/>
          <p:nvPr/>
        </p:nvSpPr>
        <p:spPr>
          <a:xfrm>
            <a:off x="1035561" y="4195233"/>
            <a:ext cx="10352259" cy="216617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just">
              <a:lnSpc>
                <a:spcPct val="120000"/>
              </a:lnSpc>
              <a:defRPr sz="1900">
                <a:solidFill>
                  <a:srgbClr val="942193"/>
                </a:solidFill>
              </a:defRPr>
            </a:pPr>
            <a:r>
              <a:rPr dirty="0">
                <a:latin typeface="SimSun" panose="02010600030101010101" pitchFamily="2" charset="-122"/>
                <a:ea typeface="SimSun" panose="02010600030101010101" pitchFamily="2" charset="-122"/>
              </a:rPr>
              <a:t>（2）汇编语言</a:t>
            </a:r>
          </a:p>
          <a:p>
            <a:pPr algn="just">
              <a:lnSpc>
                <a:spcPct val="120000"/>
              </a:lnSpc>
              <a:defRPr sz="1900"/>
            </a:pPr>
            <a:r>
              <a:rPr dirty="0">
                <a:latin typeface="SimSun" panose="02010600030101010101" pitchFamily="2" charset="-122"/>
                <a:ea typeface="SimSun" panose="02010600030101010101" pitchFamily="2" charset="-122"/>
              </a:rPr>
              <a:t>    </a:t>
            </a:r>
            <a:r>
              <a:rPr dirty="0" err="1">
                <a:latin typeface="SimSun" panose="02010600030101010101" pitchFamily="2" charset="-122"/>
                <a:ea typeface="SimSun" panose="02010600030101010101" pitchFamily="2" charset="-122"/>
              </a:rPr>
              <a:t>汇编语言是机器指令的符号化，它使用一些助记符号与机器语言的指令进行对应，使得在编程效率上优于机器语言</a:t>
            </a:r>
            <a:r>
              <a:rPr dirty="0">
                <a:latin typeface="SimSun" panose="02010600030101010101" pitchFamily="2" charset="-122"/>
                <a:ea typeface="SimSun" panose="02010600030101010101" pitchFamily="2" charset="-122"/>
              </a:rPr>
              <a:t>。</a:t>
            </a:r>
          </a:p>
          <a:p>
            <a:pPr algn="just">
              <a:lnSpc>
                <a:spcPct val="120000"/>
              </a:lnSpc>
              <a:defRPr sz="1900"/>
            </a:pPr>
            <a:r>
              <a:rPr dirty="0">
                <a:latin typeface="SimSun" panose="02010600030101010101" pitchFamily="2" charset="-122"/>
                <a:ea typeface="SimSun" panose="02010600030101010101" pitchFamily="2" charset="-122"/>
              </a:rPr>
              <a:t>    </a:t>
            </a:r>
            <a:r>
              <a:rPr dirty="0" err="1">
                <a:solidFill>
                  <a:srgbClr val="0433FF"/>
                </a:solidFill>
                <a:latin typeface="SimSun" panose="02010600030101010101" pitchFamily="2" charset="-122"/>
                <a:ea typeface="SimSun" panose="02010600030101010101" pitchFamily="2" charset="-122"/>
              </a:rPr>
              <a:t>优点</a:t>
            </a:r>
            <a:r>
              <a:rPr dirty="0" err="1">
                <a:latin typeface="SimSun" panose="02010600030101010101" pitchFamily="2" charset="-122"/>
                <a:ea typeface="SimSun" panose="02010600030101010101" pitchFamily="2" charset="-122"/>
              </a:rPr>
              <a:t>：</a:t>
            </a:r>
            <a:r>
              <a:rPr dirty="0" err="1">
                <a:latin typeface="SimSun" panose="02010600030101010101" pitchFamily="2" charset="-122"/>
                <a:ea typeface="SimSun" panose="02010600030101010101" pitchFamily="2" charset="-122"/>
                <a:cs typeface="宋体"/>
                <a:sym typeface="宋体"/>
              </a:rPr>
              <a:t>可直接访问系统接口，汇编程序翻译成的机器语言程序的效率高等</a:t>
            </a:r>
            <a:endParaRPr dirty="0">
              <a:latin typeface="SimSun" panose="02010600030101010101" pitchFamily="2" charset="-122"/>
              <a:ea typeface="SimSun" panose="02010600030101010101" pitchFamily="2" charset="-122"/>
              <a:cs typeface="宋体"/>
              <a:sym typeface="宋体"/>
            </a:endParaRPr>
          </a:p>
          <a:p>
            <a:pPr algn="just">
              <a:lnSpc>
                <a:spcPct val="120000"/>
              </a:lnSpc>
              <a:defRPr sz="1900"/>
            </a:pPr>
            <a:r>
              <a:rPr dirty="0">
                <a:latin typeface="SimSun" panose="02010600030101010101" pitchFamily="2" charset="-122"/>
                <a:ea typeface="SimSun" panose="02010600030101010101" pitchFamily="2" charset="-122"/>
                <a:cs typeface="宋体"/>
                <a:sym typeface="宋体"/>
              </a:rPr>
              <a:t>  </a:t>
            </a:r>
            <a:r>
              <a:rPr lang="en-US" dirty="0">
                <a:latin typeface="SimSun" panose="02010600030101010101" pitchFamily="2" charset="-122"/>
                <a:ea typeface="SimSun" panose="02010600030101010101" pitchFamily="2" charset="-122"/>
                <a:cs typeface="宋体"/>
                <a:sym typeface="宋体"/>
              </a:rPr>
              <a:t>  </a:t>
            </a:r>
            <a:r>
              <a:rPr dirty="0" err="1">
                <a:solidFill>
                  <a:srgbClr val="0433FF"/>
                </a:solidFill>
                <a:latin typeface="SimSun" panose="02010600030101010101" pitchFamily="2" charset="-122"/>
                <a:ea typeface="SimSun" panose="02010600030101010101" pitchFamily="2" charset="-122"/>
              </a:rPr>
              <a:t>缺点</a:t>
            </a:r>
            <a:r>
              <a:rPr dirty="0" err="1">
                <a:latin typeface="SimSun" panose="02010600030101010101" pitchFamily="2" charset="-122"/>
                <a:ea typeface="SimSun" panose="02010600030101010101" pitchFamily="2" charset="-122"/>
              </a:rPr>
              <a:t>：受制于计算机的结构，并且需要对每条机器指令进行单独编码，同样存在着难学难用、容易出错、维护困难等缺点</a:t>
            </a:r>
            <a:endParaRPr dirty="0">
              <a:latin typeface="SimSun" panose="02010600030101010101" pitchFamily="2" charset="-122"/>
              <a:ea typeface="SimSun"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 name="Title 1"/>
          <p:cNvSpPr txBox="1">
            <a:spLocks noGrp="1"/>
          </p:cNvSpPr>
          <p:nvPr>
            <p:ph type="title"/>
          </p:nvPr>
        </p:nvSpPr>
        <p:spPr>
          <a:xfrm>
            <a:off x="1105658" y="618066"/>
            <a:ext cx="9980684" cy="478895"/>
          </a:xfrm>
          <a:prstGeom prst="rect">
            <a:avLst/>
          </a:prstGeom>
        </p:spPr>
        <p:txBody>
          <a:bodyPr/>
          <a:lstStyle/>
          <a:p>
            <a:pPr defTabSz="905255">
              <a:spcBef>
                <a:spcPts val="1700"/>
              </a:spcBef>
              <a:defRPr sz="2772"/>
            </a:pPr>
            <a:r>
              <a:t>1.2</a:t>
            </a:r>
            <a:r>
              <a:rPr>
                <a:latin typeface="宋体"/>
                <a:ea typeface="宋体"/>
                <a:cs typeface="宋体"/>
                <a:sym typeface="宋体"/>
              </a:rPr>
              <a:t> 程序设计语言类型</a:t>
            </a:r>
          </a:p>
        </p:txBody>
      </p:sp>
      <p:sp>
        <p:nvSpPr>
          <p:cNvPr id="225" name="文本框 8"/>
          <p:cNvSpPr txBox="1"/>
          <p:nvPr/>
        </p:nvSpPr>
        <p:spPr>
          <a:xfrm>
            <a:off x="1151377" y="1405970"/>
            <a:ext cx="10084181" cy="438434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algn="just">
              <a:lnSpc>
                <a:spcPct val="120000"/>
              </a:lnSpc>
              <a:defRPr sz="1900">
                <a:solidFill>
                  <a:srgbClr val="942193"/>
                </a:solidFill>
              </a:defRPr>
            </a:pPr>
            <a:r>
              <a:rPr dirty="0">
                <a:latin typeface="SimSun" panose="02010600030101010101" pitchFamily="2" charset="-122"/>
                <a:ea typeface="SimSun" panose="02010600030101010101" pitchFamily="2" charset="-122"/>
              </a:rPr>
              <a:t>（3）高级语言</a:t>
            </a:r>
          </a:p>
          <a:p>
            <a:pPr algn="just">
              <a:lnSpc>
                <a:spcPct val="120000"/>
              </a:lnSpc>
              <a:defRPr sz="1700"/>
            </a:pPr>
            <a:r>
              <a:rPr dirty="0"/>
              <a:t>    </a:t>
            </a:r>
            <a:r>
              <a:rPr sz="1900" dirty="0">
                <a:latin typeface="宋体"/>
                <a:ea typeface="宋体"/>
                <a:cs typeface="宋体"/>
                <a:sym typeface="宋体"/>
              </a:rPr>
              <a:t>高级语言是面向用户的、基本上独立于计算机种类和结构的语言。高级语言与计算机的硬件结构及指令系统无关，具有更强的表达能力，可以方便地表示数据的运算过程和程序的控制结构，也能够更好地描述各种算法。</a:t>
            </a:r>
          </a:p>
          <a:p>
            <a:pPr algn="just">
              <a:lnSpc>
                <a:spcPct val="120000"/>
              </a:lnSpc>
              <a:defRPr sz="1900">
                <a:latin typeface="宋体"/>
                <a:ea typeface="宋体"/>
                <a:cs typeface="宋体"/>
                <a:sym typeface="宋体"/>
              </a:defRPr>
            </a:pPr>
            <a:r>
              <a:rPr dirty="0"/>
              <a:t>   </a:t>
            </a:r>
            <a:r>
              <a:rPr dirty="0" err="1">
                <a:solidFill>
                  <a:srgbClr val="0433FF"/>
                </a:solidFill>
              </a:rPr>
              <a:t>优点</a:t>
            </a:r>
            <a:r>
              <a:rPr dirty="0" err="1"/>
              <a:t>：在形式上接近于算术语言和自然语言，概念上则接近于人们通常使用的概念；容易学习掌握，使用简单且通用性强，得到了广泛的应用</a:t>
            </a:r>
            <a:r>
              <a:rPr dirty="0"/>
              <a:t>。</a:t>
            </a:r>
          </a:p>
          <a:p>
            <a:pPr algn="just">
              <a:lnSpc>
                <a:spcPct val="120000"/>
              </a:lnSpc>
              <a:defRPr sz="1900">
                <a:latin typeface="宋体"/>
                <a:ea typeface="宋体"/>
                <a:cs typeface="宋体"/>
                <a:sym typeface="宋体"/>
              </a:defRPr>
            </a:pPr>
            <a:r>
              <a:rPr dirty="0"/>
              <a:t>   </a:t>
            </a:r>
            <a:r>
              <a:rPr dirty="0" err="1">
                <a:solidFill>
                  <a:srgbClr val="0433FF"/>
                </a:solidFill>
              </a:rPr>
              <a:t>缺点</a:t>
            </a:r>
            <a:r>
              <a:rPr dirty="0" err="1"/>
              <a:t>：高级语言需要被转化为机器语言才可被执行，转化后生成的程序代码一般比用汇编程序语言设计的程序代码要长，执行的速度也慢</a:t>
            </a:r>
            <a:endParaRPr dirty="0"/>
          </a:p>
          <a:p>
            <a:pPr algn="just">
              <a:lnSpc>
                <a:spcPct val="120000"/>
              </a:lnSpc>
              <a:spcBef>
                <a:spcPts val="1000"/>
              </a:spcBef>
              <a:defRPr sz="1900">
                <a:latin typeface="宋体"/>
                <a:ea typeface="宋体"/>
                <a:cs typeface="宋体"/>
                <a:sym typeface="宋体"/>
              </a:defRPr>
            </a:pPr>
            <a:r>
              <a:rPr dirty="0"/>
              <a:t>   高级语言可以分为专用语言和通用语言，专用语言是指为某种特殊应用而专门设计的语言，例如HTML是Web页面超链接语言，JavaScript是Web浏览器端动态脚本语言、PHP是Web服务器端动态脚本语言；通用语言是指能够用于编写多种用途的程序的语言，例如C、C++、</a:t>
            </a:r>
            <a:r>
              <a:rPr dirty="0" err="1"/>
              <a:t>Java、Python等</a:t>
            </a:r>
            <a:r>
              <a:rPr dirty="0"/>
              <a:t>。</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 name="Title 1"/>
          <p:cNvSpPr txBox="1">
            <a:spLocks noGrp="1"/>
          </p:cNvSpPr>
          <p:nvPr>
            <p:ph type="ctrTitle"/>
          </p:nvPr>
        </p:nvSpPr>
        <p:spPr>
          <a:xfrm>
            <a:off x="1104900" y="2292094"/>
            <a:ext cx="10096500" cy="1734475"/>
          </a:xfrm>
          <a:prstGeom prst="rect">
            <a:avLst/>
          </a:prstGeom>
        </p:spPr>
        <p:txBody>
          <a:bodyPr/>
          <a:lstStyle/>
          <a:p>
            <a:pPr algn="ctr"/>
            <a:r>
              <a:t> 1.3 </a:t>
            </a:r>
            <a:r>
              <a:rPr>
                <a:latin typeface="+mn-lt"/>
                <a:ea typeface="+mn-ea"/>
                <a:cs typeface="+mn-cs"/>
                <a:sym typeface="Helvetica"/>
              </a:rPr>
              <a:t>程序的执行过程</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 name="Title 1"/>
          <p:cNvSpPr txBox="1">
            <a:spLocks noGrp="1"/>
          </p:cNvSpPr>
          <p:nvPr>
            <p:ph type="title"/>
          </p:nvPr>
        </p:nvSpPr>
        <p:spPr>
          <a:xfrm>
            <a:off x="1105658" y="618066"/>
            <a:ext cx="9980684" cy="478895"/>
          </a:xfrm>
          <a:prstGeom prst="rect">
            <a:avLst/>
          </a:prstGeom>
        </p:spPr>
        <p:txBody>
          <a:bodyPr/>
          <a:lstStyle/>
          <a:p>
            <a:pPr defTabSz="905255">
              <a:spcBef>
                <a:spcPts val="1700"/>
              </a:spcBef>
              <a:defRPr sz="2772">
                <a:latin typeface="宋体"/>
                <a:ea typeface="宋体"/>
                <a:cs typeface="宋体"/>
                <a:sym typeface="宋体"/>
              </a:defRPr>
            </a:pPr>
            <a:r>
              <a:t>1.3 程序的执行过程</a:t>
            </a:r>
          </a:p>
        </p:txBody>
      </p:sp>
      <p:sp>
        <p:nvSpPr>
          <p:cNvPr id="230" name="文本框 8"/>
          <p:cNvSpPr txBox="1"/>
          <p:nvPr/>
        </p:nvSpPr>
        <p:spPr>
          <a:xfrm>
            <a:off x="1151378" y="1286932"/>
            <a:ext cx="9889243" cy="525272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just">
              <a:lnSpc>
                <a:spcPct val="120000"/>
              </a:lnSpc>
              <a:defRPr sz="2300">
                <a:solidFill>
                  <a:srgbClr val="942193"/>
                </a:solidFill>
                <a:latin typeface="宋体"/>
                <a:ea typeface="宋体"/>
                <a:cs typeface="宋体"/>
                <a:sym typeface="宋体"/>
              </a:defRPr>
            </a:pPr>
            <a:r>
              <a:t>程序相关的基本概念</a:t>
            </a:r>
            <a:r>
              <a:rPr sz="1900"/>
              <a:t>：</a:t>
            </a:r>
          </a:p>
          <a:p>
            <a:pPr marL="342900" indent="-342900" algn="just">
              <a:lnSpc>
                <a:spcPct val="120000"/>
              </a:lnSpc>
              <a:spcBef>
                <a:spcPts val="1000"/>
              </a:spcBef>
              <a:buSzPct val="100000"/>
              <a:buFont typeface="Arial"/>
              <a:buChar char="•"/>
              <a:defRPr sz="1900">
                <a:latin typeface="宋体"/>
                <a:ea typeface="宋体"/>
                <a:cs typeface="宋体"/>
                <a:sym typeface="宋体"/>
              </a:defRPr>
            </a:pPr>
            <a:r>
              <a:rPr b="1">
                <a:solidFill>
                  <a:srgbClr val="0433FF"/>
                </a:solidFill>
                <a:latin typeface="+mj-lt"/>
                <a:ea typeface="+mj-ea"/>
                <a:cs typeface="+mj-cs"/>
                <a:sym typeface="Euphemia"/>
              </a:rPr>
              <a:t>源程序</a:t>
            </a:r>
            <a:r>
              <a:t>：也称为源代码（source code），是指未编译的按照一定的程序设计语言规范书写的文件，由一系列人类可读的计算机语言指令组成。源程序通常以文本文件的格式保存，是不能被计算机直接执行的。需要将人类可读的文本翻译成为计算机可以执行的二进制指令，程序才能被计算机执行，这个过程叫做编译。编写源程序的语言可以是汇编语言，也可以是高级语言，其编译工作由汇编器或者编译起来完成。</a:t>
            </a:r>
          </a:p>
          <a:p>
            <a:pPr marL="342900" indent="-342900" algn="just">
              <a:lnSpc>
                <a:spcPct val="120000"/>
              </a:lnSpc>
              <a:spcBef>
                <a:spcPts val="1000"/>
              </a:spcBef>
              <a:buSzPct val="100000"/>
              <a:buFont typeface="Arial"/>
              <a:buChar char="•"/>
              <a:defRPr sz="1900">
                <a:latin typeface="宋体"/>
                <a:ea typeface="宋体"/>
                <a:cs typeface="宋体"/>
                <a:sym typeface="宋体"/>
              </a:defRPr>
            </a:pPr>
            <a:r>
              <a:rPr b="1">
                <a:solidFill>
                  <a:srgbClr val="0433FF"/>
                </a:solidFill>
                <a:latin typeface="+mj-lt"/>
                <a:ea typeface="+mj-ea"/>
                <a:cs typeface="+mj-cs"/>
                <a:sym typeface="Euphemia"/>
              </a:rPr>
              <a:t>目标程序</a:t>
            </a:r>
            <a:r>
              <a:t>：也成为目标代码（object code），是指由编译器或者汇编器处理源代码后所生成的代码，一般由机器代码或接近于机器语言的代码组成。存放目标代码的文件就是目标文件，也常被称作二进制文件，因为其包含着能够被计算机处理器直接执行的二进制机器指令及其运行时使用的数据。</a:t>
            </a:r>
          </a:p>
          <a:p>
            <a:pPr marL="342900" indent="-342900" algn="just">
              <a:lnSpc>
                <a:spcPct val="120000"/>
              </a:lnSpc>
              <a:spcBef>
                <a:spcPts val="1000"/>
              </a:spcBef>
              <a:buSzPct val="100000"/>
              <a:buFont typeface="Arial"/>
              <a:buChar char="•"/>
              <a:defRPr sz="1900">
                <a:latin typeface="宋体"/>
                <a:ea typeface="宋体"/>
                <a:cs typeface="宋体"/>
                <a:sym typeface="宋体"/>
              </a:defRPr>
            </a:pPr>
            <a:r>
              <a:rPr b="1">
                <a:solidFill>
                  <a:srgbClr val="0433FF"/>
                </a:solidFill>
                <a:latin typeface="+mj-lt"/>
                <a:ea typeface="+mj-ea"/>
                <a:cs typeface="+mj-cs"/>
                <a:sym typeface="Euphemia"/>
              </a:rPr>
              <a:t>翻译程序</a:t>
            </a:r>
            <a:r>
              <a:t>：是指用来把源程序翻译为目标程序的程序。对翻译程序来说，源程序是它的输入，而目标程序则是其输出。</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 name="Title 1"/>
          <p:cNvSpPr txBox="1">
            <a:spLocks noGrp="1"/>
          </p:cNvSpPr>
          <p:nvPr>
            <p:ph type="title"/>
          </p:nvPr>
        </p:nvSpPr>
        <p:spPr>
          <a:xfrm>
            <a:off x="1105658" y="618066"/>
            <a:ext cx="9980684" cy="478895"/>
          </a:xfrm>
          <a:prstGeom prst="rect">
            <a:avLst/>
          </a:prstGeom>
        </p:spPr>
        <p:txBody>
          <a:bodyPr/>
          <a:lstStyle/>
          <a:p>
            <a:pPr defTabSz="905255">
              <a:spcBef>
                <a:spcPts val="1700"/>
              </a:spcBef>
              <a:defRPr sz="2772">
                <a:latin typeface="宋体"/>
                <a:ea typeface="宋体"/>
                <a:cs typeface="宋体"/>
                <a:sym typeface="宋体"/>
              </a:defRPr>
            </a:pPr>
            <a:r>
              <a:t>1.3 程序的执行过程</a:t>
            </a:r>
          </a:p>
        </p:txBody>
      </p:sp>
      <p:sp>
        <p:nvSpPr>
          <p:cNvPr id="233" name="文本框 8"/>
          <p:cNvSpPr txBox="1"/>
          <p:nvPr/>
        </p:nvSpPr>
        <p:spPr>
          <a:xfrm>
            <a:off x="1150619" y="1439332"/>
            <a:ext cx="9889243" cy="22758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just">
              <a:spcBef>
                <a:spcPts val="1000"/>
              </a:spcBef>
              <a:defRPr sz="2000"/>
            </a:pPr>
            <a:r>
              <a:rPr b="1">
                <a:solidFill>
                  <a:srgbClr val="0433FF"/>
                </a:solidFill>
              </a:rPr>
              <a:t>（1）程序的编译</a:t>
            </a:r>
          </a:p>
          <a:p>
            <a:pPr>
              <a:spcBef>
                <a:spcPts val="1000"/>
              </a:spcBef>
              <a:defRPr sz="2000">
                <a:latin typeface="宋体"/>
                <a:ea typeface="宋体"/>
                <a:cs typeface="宋体"/>
                <a:sym typeface="宋体"/>
              </a:defRPr>
            </a:pPr>
            <a:r>
              <a:t>    编译是将源代码转换成目标代码的过程，也可以说是将源程序翻译为目标程序的过程。通常，源代码是高级语言代码，目标代码是机器语言代码，执行编译的计算机程序称为编译器。编译器将源代码转换成目标代码，计算机可以立即或稍后运行这个目标代码。</a:t>
            </a:r>
          </a:p>
        </p:txBody>
      </p:sp>
      <p:pic>
        <p:nvPicPr>
          <p:cNvPr id="234" name="图片 2" descr="图片 2"/>
          <p:cNvPicPr>
            <a:picLocks noChangeAspect="1"/>
          </p:cNvPicPr>
          <p:nvPr/>
        </p:nvPicPr>
        <p:blipFill>
          <a:blip r:embed="rId2"/>
          <a:stretch>
            <a:fillRect/>
          </a:stretch>
        </p:blipFill>
        <p:spPr>
          <a:xfrm>
            <a:off x="2417234" y="3268133"/>
            <a:ext cx="7848601" cy="3081867"/>
          </a:xfrm>
          <a:prstGeom prst="rect">
            <a:avLst/>
          </a:prstGeom>
          <a:ln w="12700">
            <a:miter lim="400000"/>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 name="Title 1"/>
          <p:cNvSpPr txBox="1">
            <a:spLocks noGrp="1"/>
          </p:cNvSpPr>
          <p:nvPr>
            <p:ph type="title"/>
          </p:nvPr>
        </p:nvSpPr>
        <p:spPr>
          <a:xfrm>
            <a:off x="1105658" y="618066"/>
            <a:ext cx="9980684" cy="478895"/>
          </a:xfrm>
          <a:prstGeom prst="rect">
            <a:avLst/>
          </a:prstGeom>
        </p:spPr>
        <p:txBody>
          <a:bodyPr/>
          <a:lstStyle/>
          <a:p>
            <a:pPr defTabSz="905255">
              <a:spcBef>
                <a:spcPts val="1700"/>
              </a:spcBef>
              <a:defRPr sz="2772">
                <a:latin typeface="宋体"/>
                <a:ea typeface="宋体"/>
                <a:cs typeface="宋体"/>
                <a:sym typeface="宋体"/>
              </a:defRPr>
            </a:pPr>
            <a:r>
              <a:t>1.3 程序的执行过程</a:t>
            </a:r>
          </a:p>
        </p:txBody>
      </p:sp>
      <p:sp>
        <p:nvSpPr>
          <p:cNvPr id="237" name="文本框 8"/>
          <p:cNvSpPr txBox="1"/>
          <p:nvPr/>
        </p:nvSpPr>
        <p:spPr>
          <a:xfrm>
            <a:off x="1150619" y="1363132"/>
            <a:ext cx="9889243" cy="19964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just">
              <a:spcBef>
                <a:spcPts val="1000"/>
              </a:spcBef>
              <a:defRPr sz="2000"/>
            </a:pPr>
            <a:r>
              <a:rPr b="1">
                <a:solidFill>
                  <a:srgbClr val="0433FF"/>
                </a:solidFill>
              </a:rPr>
              <a:t>（2）程序的解释</a:t>
            </a:r>
          </a:p>
          <a:p>
            <a:pPr algn="just">
              <a:spcBef>
                <a:spcPts val="1000"/>
              </a:spcBef>
              <a:defRPr sz="2000">
                <a:latin typeface="宋体"/>
                <a:ea typeface="宋体"/>
                <a:cs typeface="宋体"/>
                <a:sym typeface="宋体"/>
              </a:defRPr>
            </a:pPr>
            <a:r>
              <a:t>    程序的解释是将源代码逐条转换成目标代码，同时逐条运行目标代码的过程。执行解释的计算机程序称为解释器。解释器在词法分析、语法分析和语义分析方面与编译器的工作原理基本相同，但在运行程序时，它直接执行源代码或由源代码产生的中间代码，而不会产生目标代码，这是解释程序与编译程序的主要区别。  </a:t>
            </a:r>
          </a:p>
        </p:txBody>
      </p:sp>
      <p:pic>
        <p:nvPicPr>
          <p:cNvPr id="238" name="图片 3" descr="图片 3"/>
          <p:cNvPicPr>
            <a:picLocks noChangeAspect="1"/>
          </p:cNvPicPr>
          <p:nvPr/>
        </p:nvPicPr>
        <p:blipFill>
          <a:blip r:embed="rId2"/>
          <a:stretch>
            <a:fillRect/>
          </a:stretch>
        </p:blipFill>
        <p:spPr>
          <a:xfrm>
            <a:off x="2070100" y="3417832"/>
            <a:ext cx="8051800" cy="2780266"/>
          </a:xfrm>
          <a:prstGeom prst="rect">
            <a:avLst/>
          </a:prstGeom>
          <a:ln w="12700">
            <a:miter lim="400000"/>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9EE4F-9D38-5BC7-3B2B-950DEC2DE5A0}"/>
              </a:ext>
            </a:extLst>
          </p:cNvPr>
          <p:cNvSpPr>
            <a:spLocks noGrp="1"/>
          </p:cNvSpPr>
          <p:nvPr>
            <p:ph type="title"/>
          </p:nvPr>
        </p:nvSpPr>
        <p:spPr/>
        <p:txBody>
          <a:bodyPr/>
          <a:lstStyle/>
          <a:p>
            <a:r>
              <a:rPr kumimoji="1" lang="en-US" altLang="zh-CN" dirty="0"/>
              <a:t>1.4 </a:t>
            </a:r>
            <a:r>
              <a:rPr kumimoji="1" lang="zh-CN" altLang="en-US" dirty="0"/>
              <a:t>程序的抽象与人工智能的发展</a:t>
            </a:r>
          </a:p>
        </p:txBody>
      </p:sp>
      <p:sp>
        <p:nvSpPr>
          <p:cNvPr id="4" name="TextBox 3">
            <a:extLst>
              <a:ext uri="{FF2B5EF4-FFF2-40B4-BE49-F238E27FC236}">
                <a16:creationId xmlns:a16="http://schemas.microsoft.com/office/drawing/2014/main" id="{B8F951CF-62CF-BFDE-956E-26B34257E019}"/>
              </a:ext>
            </a:extLst>
          </p:cNvPr>
          <p:cNvSpPr txBox="1"/>
          <p:nvPr/>
        </p:nvSpPr>
        <p:spPr>
          <a:xfrm>
            <a:off x="1815510" y="1827718"/>
            <a:ext cx="8381114" cy="295170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lnSpc>
                <a:spcPct val="150000"/>
              </a:lnSpc>
              <a:buNone/>
            </a:pPr>
            <a:r>
              <a:rPr lang="en-US" altLang="zh-CN" b="1" i="0" u="none" strike="noStrike" dirty="0">
                <a:solidFill>
                  <a:srgbClr val="262625"/>
                </a:solidFill>
                <a:effectLst/>
                <a:latin typeface="Open Sans" panose="020B0606030504020204" pitchFamily="34" charset="0"/>
                <a:hlinkClick r:id="rId2"/>
              </a:rPr>
              <a:t>1.4.1 </a:t>
            </a:r>
            <a:r>
              <a:rPr lang="zh-CN" altLang="en-US" b="1" i="0" u="none" strike="noStrike" dirty="0">
                <a:solidFill>
                  <a:srgbClr val="262625"/>
                </a:solidFill>
                <a:effectLst/>
                <a:latin typeface="Open Sans" panose="020B0606030504020204" pitchFamily="34" charset="0"/>
                <a:hlinkClick r:id="rId2"/>
              </a:rPr>
              <a:t>抽象的演进：从机器语言到高级语言</a:t>
            </a:r>
            <a:endParaRPr lang="zh-CN" altLang="en-US" b="1" i="0" dirty="0">
              <a:solidFill>
                <a:srgbClr val="262625"/>
              </a:solidFill>
              <a:effectLst/>
              <a:latin typeface="Open Sans" panose="020B0606030504020204" pitchFamily="34" charset="0"/>
            </a:endParaRPr>
          </a:p>
          <a:p>
            <a:pPr algn="just">
              <a:lnSpc>
                <a:spcPct val="150000"/>
              </a:lnSpc>
              <a:buNone/>
            </a:pPr>
            <a:r>
              <a:rPr lang="zh-CN" altLang="en-US" sz="1800" b="0" i="0" dirty="0">
                <a:solidFill>
                  <a:srgbClr val="262625"/>
                </a:solidFill>
                <a:effectLst/>
                <a:latin typeface="Times New Roman" panose="02020603050405020304" pitchFamily="18" charset="0"/>
              </a:rPr>
              <a:t>  计算机语言的发展历程是不断追求程序设计模块化和抽象的过程，这一演进体现了人们对计算机操作的理解深化以及对提升程序设计效率的持续追求。最初，计算机使用的是机器语言，这是一种直接由二进制代码构成的语言。程序员必须精确地编写每一条指令，这些指令直接对应于计算机的硬件操作。虽然机器语言能够实现高效的数据处理，但由于其低级别的特性，程序员需要投入大量时间和精力去理解和操作复杂的二进制代码，导致编程效率低下且容易出错。</a:t>
            </a:r>
          </a:p>
        </p:txBody>
      </p:sp>
    </p:spTree>
    <p:extLst>
      <p:ext uri="{BB962C8B-B14F-4D97-AF65-F5344CB8AC3E}">
        <p14:creationId xmlns:p14="http://schemas.microsoft.com/office/powerpoint/2010/main" val="610934141"/>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228E46-B275-024F-9FD2-74878C75C9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BA5A52-A5A5-3145-258F-C908096B2297}"/>
              </a:ext>
            </a:extLst>
          </p:cNvPr>
          <p:cNvSpPr>
            <a:spLocks noGrp="1"/>
          </p:cNvSpPr>
          <p:nvPr>
            <p:ph type="title"/>
          </p:nvPr>
        </p:nvSpPr>
        <p:spPr/>
        <p:txBody>
          <a:bodyPr/>
          <a:lstStyle/>
          <a:p>
            <a:r>
              <a:rPr kumimoji="1" lang="en-US" altLang="zh-CN" dirty="0"/>
              <a:t>1.4 </a:t>
            </a:r>
            <a:r>
              <a:rPr kumimoji="1" lang="zh-CN" altLang="en-US" dirty="0"/>
              <a:t>程序的抽象与人工智能的发展</a:t>
            </a:r>
          </a:p>
        </p:txBody>
      </p:sp>
      <p:sp>
        <p:nvSpPr>
          <p:cNvPr id="5" name="TextBox 4">
            <a:extLst>
              <a:ext uri="{FF2B5EF4-FFF2-40B4-BE49-F238E27FC236}">
                <a16:creationId xmlns:a16="http://schemas.microsoft.com/office/drawing/2014/main" id="{C0285246-0549-1CED-8AE8-B29B91241C68}"/>
              </a:ext>
            </a:extLst>
          </p:cNvPr>
          <p:cNvSpPr txBox="1"/>
          <p:nvPr/>
        </p:nvSpPr>
        <p:spPr>
          <a:xfrm>
            <a:off x="1624123" y="1785464"/>
            <a:ext cx="8423644" cy="295170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lnSpc>
                <a:spcPct val="150000"/>
              </a:lnSpc>
              <a:buNone/>
            </a:pPr>
            <a:r>
              <a:rPr lang="en-US" altLang="zh-CN" b="1" i="0" u="none" strike="noStrike" dirty="0">
                <a:solidFill>
                  <a:srgbClr val="262625"/>
                </a:solidFill>
                <a:effectLst/>
                <a:latin typeface="Open Sans" panose="020B0606030504020204" pitchFamily="34" charset="0"/>
                <a:hlinkClick r:id="rId2"/>
              </a:rPr>
              <a:t>1.4.2 </a:t>
            </a:r>
            <a:r>
              <a:rPr lang="zh-CN" altLang="en-US" b="1" i="0" u="none" strike="noStrike" dirty="0">
                <a:solidFill>
                  <a:srgbClr val="262625"/>
                </a:solidFill>
                <a:effectLst/>
                <a:latin typeface="Open Sans" panose="020B0606030504020204" pitchFamily="34" charset="0"/>
                <a:hlinkClick r:id="rId2"/>
              </a:rPr>
              <a:t>自动化与库的封装：隐藏更多细节</a:t>
            </a:r>
            <a:endParaRPr lang="zh-CN" altLang="en-US" b="1" i="0" dirty="0">
              <a:solidFill>
                <a:srgbClr val="262625"/>
              </a:solidFill>
              <a:effectLst/>
              <a:latin typeface="Open Sans" panose="020B0606030504020204" pitchFamily="34" charset="0"/>
            </a:endParaRPr>
          </a:p>
          <a:p>
            <a:pPr algn="just">
              <a:lnSpc>
                <a:spcPct val="150000"/>
              </a:lnSpc>
              <a:buNone/>
            </a:pPr>
            <a:r>
              <a:rPr lang="zh-CN" altLang="en-US" sz="1800" b="0" i="0" dirty="0">
                <a:solidFill>
                  <a:srgbClr val="262625"/>
                </a:solidFill>
                <a:effectLst/>
                <a:latin typeface="Times New Roman" panose="02020603050405020304" pitchFamily="18" charset="0"/>
              </a:rPr>
              <a:t>  随着编程语言的演进，自动化和库的封装成为了提升开发效率和代码可维护性的关键因素。自动化的概念旨在通过减少人工干预来提高任务执行的效率，尤其在复杂的计算和数据处理任务中显得尤为重要。例如，在数据科学领域，自动化的数据预处理和模型训练能够显著减少数据科学家的工作量。现代机器学习框架，如 </a:t>
            </a:r>
            <a:r>
              <a:rPr lang="en-US" sz="1800" b="0" i="0" dirty="0">
                <a:solidFill>
                  <a:srgbClr val="262625"/>
                </a:solidFill>
                <a:effectLst/>
                <a:latin typeface="Times New Roman" panose="02020603050405020304" pitchFamily="18" charset="0"/>
              </a:rPr>
              <a:t>TensorFlow </a:t>
            </a:r>
            <a:r>
              <a:rPr lang="zh-CN" altLang="en-US" sz="1800" b="0" i="0" dirty="0">
                <a:solidFill>
                  <a:srgbClr val="262625"/>
                </a:solidFill>
                <a:effectLst/>
                <a:latin typeface="Times New Roman" panose="02020603050405020304" pitchFamily="18" charset="0"/>
              </a:rPr>
              <a:t>和 </a:t>
            </a:r>
            <a:r>
              <a:rPr lang="en-US" sz="1800" b="0" i="0" dirty="0" err="1">
                <a:solidFill>
                  <a:srgbClr val="262625"/>
                </a:solidFill>
                <a:effectLst/>
                <a:latin typeface="Times New Roman" panose="02020603050405020304" pitchFamily="18" charset="0"/>
              </a:rPr>
              <a:t>PyTorch</a:t>
            </a:r>
            <a:r>
              <a:rPr lang="en-US" sz="1800" b="0" i="0" dirty="0">
                <a:solidFill>
                  <a:srgbClr val="262625"/>
                </a:solidFill>
                <a:effectLst/>
                <a:latin typeface="Times New Roman" panose="02020603050405020304" pitchFamily="18" charset="0"/>
              </a:rPr>
              <a:t>，</a:t>
            </a:r>
            <a:r>
              <a:rPr lang="zh-CN" altLang="en-US" sz="1800" b="0" i="0" dirty="0">
                <a:solidFill>
                  <a:srgbClr val="262625"/>
                </a:solidFill>
                <a:effectLst/>
                <a:latin typeface="Times New Roman" panose="02020603050405020304" pitchFamily="18" charset="0"/>
              </a:rPr>
              <a:t>允许用户通过简洁的 </a:t>
            </a:r>
            <a:r>
              <a:rPr lang="en-US" sz="1800" b="0" i="0" dirty="0">
                <a:solidFill>
                  <a:srgbClr val="262625"/>
                </a:solidFill>
                <a:effectLst/>
                <a:latin typeface="Times New Roman" panose="02020603050405020304" pitchFamily="18" charset="0"/>
              </a:rPr>
              <a:t>API </a:t>
            </a:r>
            <a:r>
              <a:rPr lang="zh-CN" altLang="en-US" sz="1800" b="0" i="0" dirty="0">
                <a:solidFill>
                  <a:srgbClr val="262625"/>
                </a:solidFill>
                <a:effectLst/>
                <a:latin typeface="Times New Roman" panose="02020603050405020304" pitchFamily="18" charset="0"/>
              </a:rPr>
              <a:t>调用来实现复杂的算法，从而避免了对底层实现的细节关注。</a:t>
            </a:r>
          </a:p>
        </p:txBody>
      </p:sp>
    </p:spTree>
    <p:extLst>
      <p:ext uri="{BB962C8B-B14F-4D97-AF65-F5344CB8AC3E}">
        <p14:creationId xmlns:p14="http://schemas.microsoft.com/office/powerpoint/2010/main" val="4100099126"/>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796EE3-69E1-3AC8-6E10-B758FB8800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A9F426-8A0B-33F4-5E51-B2E91C5A785B}"/>
              </a:ext>
            </a:extLst>
          </p:cNvPr>
          <p:cNvSpPr>
            <a:spLocks noGrp="1"/>
          </p:cNvSpPr>
          <p:nvPr>
            <p:ph type="title"/>
          </p:nvPr>
        </p:nvSpPr>
        <p:spPr/>
        <p:txBody>
          <a:bodyPr/>
          <a:lstStyle/>
          <a:p>
            <a:r>
              <a:rPr kumimoji="1" lang="en-US" altLang="zh-CN" dirty="0"/>
              <a:t>1.4 </a:t>
            </a:r>
            <a:r>
              <a:rPr kumimoji="1" lang="zh-CN" altLang="en-US" dirty="0"/>
              <a:t>程序的抽象与人工智能的发展</a:t>
            </a:r>
          </a:p>
        </p:txBody>
      </p:sp>
      <p:sp>
        <p:nvSpPr>
          <p:cNvPr id="4" name="TextBox 3">
            <a:extLst>
              <a:ext uri="{FF2B5EF4-FFF2-40B4-BE49-F238E27FC236}">
                <a16:creationId xmlns:a16="http://schemas.microsoft.com/office/drawing/2014/main" id="{5CB45BC4-66A5-AD2A-A50C-0B018F40EEF6}"/>
              </a:ext>
            </a:extLst>
          </p:cNvPr>
          <p:cNvSpPr txBox="1"/>
          <p:nvPr/>
        </p:nvSpPr>
        <p:spPr>
          <a:xfrm>
            <a:off x="1190846" y="1485543"/>
            <a:ext cx="9980683" cy="46136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lnSpc>
                <a:spcPct val="150000"/>
              </a:lnSpc>
              <a:buNone/>
            </a:pPr>
            <a:r>
              <a:rPr lang="en-US" altLang="zh-CN" b="1" i="0" u="none" strike="noStrike" dirty="0">
                <a:solidFill>
                  <a:srgbClr val="262625"/>
                </a:solidFill>
                <a:effectLst/>
                <a:latin typeface="Open Sans" panose="020B0606030504020204" pitchFamily="34" charset="0"/>
                <a:hlinkClick r:id="rId2"/>
              </a:rPr>
              <a:t>1.4.3 </a:t>
            </a:r>
            <a:r>
              <a:rPr lang="zh-CN" altLang="en-US" b="1" i="0" u="none" strike="noStrike" dirty="0">
                <a:solidFill>
                  <a:srgbClr val="262625"/>
                </a:solidFill>
                <a:effectLst/>
                <a:latin typeface="Open Sans" panose="020B0606030504020204" pitchFamily="34" charset="0"/>
                <a:hlinkClick r:id="rId2"/>
              </a:rPr>
              <a:t>从计算思维到数据思维：机器具有了学习的能力</a:t>
            </a:r>
            <a:endParaRPr lang="zh-CN" altLang="en-US" b="1" i="0" dirty="0">
              <a:solidFill>
                <a:srgbClr val="262625"/>
              </a:solidFill>
              <a:effectLst/>
              <a:latin typeface="Open Sans" panose="020B0606030504020204" pitchFamily="34" charset="0"/>
            </a:endParaRPr>
          </a:p>
          <a:p>
            <a:pPr algn="just">
              <a:lnSpc>
                <a:spcPct val="150000"/>
              </a:lnSpc>
              <a:buNone/>
            </a:pPr>
            <a:r>
              <a:rPr lang="zh-CN" altLang="en-US" sz="1800" b="0" i="0" dirty="0">
                <a:solidFill>
                  <a:srgbClr val="262625"/>
                </a:solidFill>
                <a:effectLst/>
                <a:latin typeface="Times New Roman" panose="02020603050405020304" pitchFamily="18" charset="0"/>
              </a:rPr>
              <a:t>  计算思维是指运用计算机科学的基本概念和方法来解决问题的思维模式，其核心在于分析问题、设计解决方案以及实现自动化。计算思维强调的是通过分解问题、抽象建模和算法设计来有效地解决复杂任务。然而，随着技术的不断进步，单纯依靠计算思维已无法满足现代社会对智能系统的需求，数据思维应运而生，推动了机器学习的快速发展，使得机器不仅能够进行计算，还能够通过数据进行学习和适应。</a:t>
            </a:r>
          </a:p>
          <a:p>
            <a:pPr algn="just">
              <a:lnSpc>
                <a:spcPct val="150000"/>
              </a:lnSpc>
              <a:buNone/>
            </a:pPr>
            <a:r>
              <a:rPr lang="zh-CN" altLang="en-US" sz="1800" b="0" i="0" dirty="0">
                <a:solidFill>
                  <a:srgbClr val="262625"/>
                </a:solidFill>
                <a:effectLst/>
                <a:latin typeface="Times New Roman" panose="02020603050405020304" pitchFamily="18" charset="0"/>
              </a:rPr>
              <a:t>  数据思维的出现，使得计算机在处理信息时不仅限于执行预定义的程序，而是能够从历史数据中汲取经验，自动改进其决策过程。这一转变的关键在于机器学习技术的引入。机器学习允许计算机通过算法自动识别模式和规律，从而在没有明确编程指令的情况下，基于新数据做出预测。例如，图像识别技术就是机器学习的一个重要应用，通过对大量标注图像进行训练，机器能够学习到图像中的特征，并在未见过的新图像中进行分类。</a:t>
            </a:r>
          </a:p>
        </p:txBody>
      </p:sp>
    </p:spTree>
    <p:extLst>
      <p:ext uri="{BB962C8B-B14F-4D97-AF65-F5344CB8AC3E}">
        <p14:creationId xmlns:p14="http://schemas.microsoft.com/office/powerpoint/2010/main" val="1763974284"/>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6020AF-B551-04BB-0173-910FC4EBC6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7A5B92-74C5-5E64-DB57-8E9CBDC287A2}"/>
              </a:ext>
            </a:extLst>
          </p:cNvPr>
          <p:cNvSpPr>
            <a:spLocks noGrp="1"/>
          </p:cNvSpPr>
          <p:nvPr>
            <p:ph type="title"/>
          </p:nvPr>
        </p:nvSpPr>
        <p:spPr/>
        <p:txBody>
          <a:bodyPr/>
          <a:lstStyle/>
          <a:p>
            <a:r>
              <a:rPr kumimoji="1" lang="en-US" altLang="zh-CN" dirty="0"/>
              <a:t>1.4 </a:t>
            </a:r>
            <a:r>
              <a:rPr kumimoji="1" lang="zh-CN" altLang="en-US" dirty="0"/>
              <a:t>程序的抽象与人工智能的发展</a:t>
            </a:r>
          </a:p>
        </p:txBody>
      </p:sp>
      <p:sp>
        <p:nvSpPr>
          <p:cNvPr id="4" name="TextBox 3">
            <a:extLst>
              <a:ext uri="{FF2B5EF4-FFF2-40B4-BE49-F238E27FC236}">
                <a16:creationId xmlns:a16="http://schemas.microsoft.com/office/drawing/2014/main" id="{5D750009-A585-CD8B-8387-86C64FA7EB7C}"/>
              </a:ext>
            </a:extLst>
          </p:cNvPr>
          <p:cNvSpPr txBox="1"/>
          <p:nvPr/>
        </p:nvSpPr>
        <p:spPr>
          <a:xfrm>
            <a:off x="1251984" y="1485267"/>
            <a:ext cx="9646388" cy="502919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lnSpc>
                <a:spcPct val="150000"/>
              </a:lnSpc>
              <a:buNone/>
            </a:pPr>
            <a:r>
              <a:rPr lang="en-US" altLang="zh-CN" b="1" i="0" u="none" strike="noStrike" dirty="0">
                <a:solidFill>
                  <a:srgbClr val="262625"/>
                </a:solidFill>
                <a:effectLst/>
                <a:latin typeface="Open Sans" panose="020B0606030504020204" pitchFamily="34" charset="0"/>
                <a:hlinkClick r:id="rId2"/>
              </a:rPr>
              <a:t>1.4.4 </a:t>
            </a:r>
            <a:r>
              <a:rPr lang="zh-CN" altLang="en-US" b="1" i="0" u="none" strike="noStrike" dirty="0">
                <a:solidFill>
                  <a:srgbClr val="262625"/>
                </a:solidFill>
                <a:effectLst/>
                <a:latin typeface="Open Sans" panose="020B0606030504020204" pitchFamily="34" charset="0"/>
                <a:hlinkClick r:id="rId2"/>
              </a:rPr>
              <a:t>从机器学习到深度学习：人工智能的崛起</a:t>
            </a:r>
            <a:endParaRPr lang="zh-CN" altLang="en-US" b="1" i="0" dirty="0">
              <a:solidFill>
                <a:srgbClr val="262625"/>
              </a:solidFill>
              <a:effectLst/>
              <a:latin typeface="Open Sans" panose="020B0606030504020204" pitchFamily="34" charset="0"/>
            </a:endParaRPr>
          </a:p>
          <a:p>
            <a:pPr algn="just">
              <a:lnSpc>
                <a:spcPct val="150000"/>
              </a:lnSpc>
              <a:buNone/>
            </a:pPr>
            <a:r>
              <a:rPr lang="zh-CN" altLang="en-US" sz="1800" b="0" i="0" dirty="0">
                <a:solidFill>
                  <a:srgbClr val="262625"/>
                </a:solidFill>
                <a:effectLst/>
                <a:latin typeface="Times New Roman" panose="02020603050405020304" pitchFamily="18" charset="0"/>
              </a:rPr>
              <a:t>  机器学习是人工智能（</a:t>
            </a:r>
            <a:r>
              <a:rPr lang="en-US" sz="1800" b="0" i="0" dirty="0">
                <a:solidFill>
                  <a:srgbClr val="262625"/>
                </a:solidFill>
                <a:effectLst/>
                <a:latin typeface="Times New Roman" panose="02020603050405020304" pitchFamily="18" charset="0"/>
              </a:rPr>
              <a:t>AI）</a:t>
            </a:r>
            <a:r>
              <a:rPr lang="zh-CN" altLang="en-US" sz="1800" b="0" i="0" dirty="0">
                <a:solidFill>
                  <a:srgbClr val="262625"/>
                </a:solidFill>
                <a:effectLst/>
                <a:latin typeface="Times New Roman" panose="02020603050405020304" pitchFamily="18" charset="0"/>
              </a:rPr>
              <a:t>领域的一个重要分支，旨在通过算法和统计模型使计算机能够从数据中学习和做出预测。传统的机器学习方法如决策树、支持向量机和线性回归等，虽然在处理一些特定任务时表现良好，但在面对复杂的数据模式和大规模数据集时，往往受到局限。随着数据量的爆炸性增长和计算能力的提升，深度学习作为机器学习的一个子领域应运而生，并迅速崛起，推动了人工智能的重大进展。</a:t>
            </a:r>
          </a:p>
          <a:p>
            <a:pPr algn="just">
              <a:lnSpc>
                <a:spcPct val="150000"/>
              </a:lnSpc>
              <a:buNone/>
            </a:pPr>
            <a:r>
              <a:rPr lang="zh-CN" altLang="en-US" sz="1800" b="0" i="0" dirty="0">
                <a:solidFill>
                  <a:srgbClr val="262625"/>
                </a:solidFill>
                <a:effectLst/>
                <a:latin typeface="Times New Roman" panose="02020603050405020304" pitchFamily="18" charset="0"/>
              </a:rPr>
              <a:t>  深度学习主要依赖于人工神经网络，尤其是多层的深度神经网络。这种架构能够通过多层非线性变换，自动从数据中提取特征，识别模式。例如，在图像识别中，深度学习模型能够自动识别图像中的边缘、形状、纹理等特征，而无需手动设计特征提取器。这种能力使得深度学习在计算机视觉、自然语言处理和语音识别等领域取得了显著成果。例如，卷积神经网络（</a:t>
            </a:r>
            <a:r>
              <a:rPr lang="en-US" sz="1800" b="0" i="0" dirty="0">
                <a:solidFill>
                  <a:srgbClr val="262625"/>
                </a:solidFill>
                <a:effectLst/>
                <a:latin typeface="Times New Roman" panose="02020603050405020304" pitchFamily="18" charset="0"/>
              </a:rPr>
              <a:t>CNN）</a:t>
            </a:r>
            <a:r>
              <a:rPr lang="zh-CN" altLang="en-US" sz="1800" b="0" i="0" dirty="0">
                <a:solidFill>
                  <a:srgbClr val="262625"/>
                </a:solidFill>
                <a:effectLst/>
                <a:latin typeface="Times New Roman" panose="02020603050405020304" pitchFamily="18" charset="0"/>
              </a:rPr>
              <a:t>在图像分类任务中的表现超越了以往的机器学习方法，而循环神经网络（</a:t>
            </a:r>
            <a:r>
              <a:rPr lang="en-US" sz="1800" b="0" i="0" dirty="0">
                <a:solidFill>
                  <a:srgbClr val="262625"/>
                </a:solidFill>
                <a:effectLst/>
                <a:latin typeface="Times New Roman" panose="02020603050405020304" pitchFamily="18" charset="0"/>
              </a:rPr>
              <a:t>RNN）</a:t>
            </a:r>
            <a:r>
              <a:rPr lang="zh-CN" altLang="en-US" sz="1800" b="0" i="0" dirty="0">
                <a:solidFill>
                  <a:srgbClr val="262625"/>
                </a:solidFill>
                <a:effectLst/>
                <a:latin typeface="Times New Roman" panose="02020603050405020304" pitchFamily="18" charset="0"/>
              </a:rPr>
              <a:t>则在处理序列数据方面展现了极大的优势。</a:t>
            </a:r>
          </a:p>
        </p:txBody>
      </p:sp>
    </p:spTree>
    <p:extLst>
      <p:ext uri="{BB962C8B-B14F-4D97-AF65-F5344CB8AC3E}">
        <p14:creationId xmlns:p14="http://schemas.microsoft.com/office/powerpoint/2010/main" val="2986890924"/>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B4489-3107-6CE6-0777-AC9425C68D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9EF4F5-536A-4081-F976-F457AF8D7FA3}"/>
              </a:ext>
            </a:extLst>
          </p:cNvPr>
          <p:cNvSpPr>
            <a:spLocks noGrp="1"/>
          </p:cNvSpPr>
          <p:nvPr>
            <p:ph type="title"/>
          </p:nvPr>
        </p:nvSpPr>
        <p:spPr/>
        <p:txBody>
          <a:bodyPr/>
          <a:lstStyle/>
          <a:p>
            <a:r>
              <a:rPr kumimoji="1" lang="en-US" altLang="zh-CN" dirty="0"/>
              <a:t>1.5 </a:t>
            </a:r>
            <a:r>
              <a:rPr kumimoji="1" lang="zh-CN" altLang="en-US" dirty="0"/>
              <a:t>课后思考</a:t>
            </a:r>
          </a:p>
        </p:txBody>
      </p:sp>
      <p:sp>
        <p:nvSpPr>
          <p:cNvPr id="4" name="TextBox 3">
            <a:extLst>
              <a:ext uri="{FF2B5EF4-FFF2-40B4-BE49-F238E27FC236}">
                <a16:creationId xmlns:a16="http://schemas.microsoft.com/office/drawing/2014/main" id="{7D9E33CB-CEA6-06AC-93FD-61AE3EB48933}"/>
              </a:ext>
            </a:extLst>
          </p:cNvPr>
          <p:cNvSpPr txBox="1"/>
          <p:nvPr/>
        </p:nvSpPr>
        <p:spPr>
          <a:xfrm>
            <a:off x="1104900" y="1538982"/>
            <a:ext cx="9980682" cy="46136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342900" indent="-342900" algn="just">
              <a:lnSpc>
                <a:spcPct val="150000"/>
              </a:lnSpc>
              <a:buFont typeface="+mj-lt"/>
              <a:buAutoNum type="arabicPeriod"/>
            </a:pPr>
            <a:r>
              <a:rPr lang="zh-CN" altLang="en-US" sz="1800" b="0" i="0" dirty="0">
                <a:solidFill>
                  <a:srgbClr val="262625"/>
                </a:solidFill>
                <a:effectLst/>
                <a:latin typeface="Times New Roman" panose="02020603050405020304" pitchFamily="18" charset="0"/>
              </a:rPr>
              <a:t> 简要说明计算机科学的产生过程以及计算思维的内涵和重要意义。</a:t>
            </a:r>
          </a:p>
          <a:p>
            <a:pPr marL="342900" indent="-342900" algn="just">
              <a:lnSpc>
                <a:spcPct val="150000"/>
              </a:lnSpc>
              <a:buFont typeface="+mj-lt"/>
              <a:buAutoNum type="arabicPeriod"/>
            </a:pPr>
            <a:r>
              <a:rPr lang="zh-CN" altLang="en-US" sz="1800" b="0" i="0" dirty="0">
                <a:solidFill>
                  <a:srgbClr val="262625"/>
                </a:solidFill>
                <a:effectLst/>
                <a:latin typeface="Times New Roman" panose="02020603050405020304" pitchFamily="18" charset="0"/>
              </a:rPr>
              <a:t> 简述计算机程序设计语言的主要类型，并分析其发展演变的历程。</a:t>
            </a:r>
          </a:p>
          <a:p>
            <a:pPr marL="342900" indent="-342900" algn="just">
              <a:lnSpc>
                <a:spcPct val="150000"/>
              </a:lnSpc>
              <a:buFont typeface="+mj-lt"/>
              <a:buAutoNum type="arabicPeriod"/>
            </a:pPr>
            <a:r>
              <a:rPr lang="zh-CN" altLang="en-US" sz="1800" b="0" i="0" dirty="0">
                <a:solidFill>
                  <a:srgbClr val="262625"/>
                </a:solidFill>
                <a:effectLst/>
                <a:latin typeface="Times New Roman" panose="02020603050405020304" pitchFamily="18" charset="0"/>
              </a:rPr>
              <a:t> 字母 “</a:t>
            </a:r>
            <a:r>
              <a:rPr lang="en-US" sz="1800" b="0" i="0" dirty="0">
                <a:solidFill>
                  <a:srgbClr val="262625"/>
                </a:solidFill>
                <a:effectLst/>
                <a:latin typeface="Times New Roman" panose="02020603050405020304" pitchFamily="18" charset="0"/>
              </a:rPr>
              <a:t>N” </a:t>
            </a:r>
            <a:r>
              <a:rPr lang="zh-CN" altLang="en-US" sz="1800" b="0" i="0" dirty="0">
                <a:solidFill>
                  <a:srgbClr val="262625"/>
                </a:solidFill>
                <a:effectLst/>
                <a:latin typeface="Times New Roman" panose="02020603050405020304" pitchFamily="18" charset="0"/>
              </a:rPr>
              <a:t>的 </a:t>
            </a:r>
            <a:r>
              <a:rPr lang="en-US" sz="1800" b="0" i="0" dirty="0">
                <a:solidFill>
                  <a:srgbClr val="262625"/>
                </a:solidFill>
                <a:effectLst/>
                <a:latin typeface="Times New Roman" panose="02020603050405020304" pitchFamily="18" charset="0"/>
              </a:rPr>
              <a:t>ASCII </a:t>
            </a:r>
            <a:r>
              <a:rPr lang="zh-CN" altLang="en-US" sz="1800" b="0" i="0" dirty="0">
                <a:solidFill>
                  <a:srgbClr val="262625"/>
                </a:solidFill>
                <a:effectLst/>
                <a:latin typeface="Times New Roman" panose="02020603050405020304" pitchFamily="18" charset="0"/>
              </a:rPr>
              <a:t>码是 </a:t>
            </a:r>
            <a:r>
              <a:rPr lang="en-US" altLang="zh-CN" sz="1800" b="0" i="0" dirty="0">
                <a:solidFill>
                  <a:srgbClr val="262625"/>
                </a:solidFill>
                <a:effectLst/>
                <a:latin typeface="Times New Roman" panose="02020603050405020304" pitchFamily="18" charset="0"/>
              </a:rPr>
              <a:t>4</a:t>
            </a:r>
            <a:r>
              <a:rPr lang="en-US" sz="1800" b="0" i="0" dirty="0">
                <a:solidFill>
                  <a:srgbClr val="262625"/>
                </a:solidFill>
                <a:effectLst/>
                <a:latin typeface="Times New Roman" panose="02020603050405020304" pitchFamily="18" charset="0"/>
              </a:rPr>
              <a:t>EH，</a:t>
            </a:r>
            <a:r>
              <a:rPr lang="zh-CN" altLang="en-US" sz="1800" b="0" i="0" dirty="0">
                <a:solidFill>
                  <a:srgbClr val="262625"/>
                </a:solidFill>
                <a:effectLst/>
                <a:latin typeface="Times New Roman" panose="02020603050405020304" pitchFamily="18" charset="0"/>
              </a:rPr>
              <a:t>根据此信息，推算 </a:t>
            </a:r>
            <a:r>
              <a:rPr lang="en-US" sz="1800" b="0" i="0" dirty="0">
                <a:solidFill>
                  <a:srgbClr val="262625"/>
                </a:solidFill>
                <a:effectLst/>
                <a:latin typeface="Times New Roman" panose="02020603050405020304" pitchFamily="18" charset="0"/>
              </a:rPr>
              <a:t>ASCII </a:t>
            </a:r>
            <a:r>
              <a:rPr lang="zh-CN" altLang="en-US" sz="1800" b="0" i="0" dirty="0">
                <a:solidFill>
                  <a:srgbClr val="262625"/>
                </a:solidFill>
                <a:effectLst/>
                <a:latin typeface="Times New Roman" panose="02020603050405020304" pitchFamily="18" charset="0"/>
              </a:rPr>
              <a:t>码为 </a:t>
            </a:r>
            <a:r>
              <a:rPr lang="en-US" altLang="zh-CN" sz="1800" b="0" i="0" dirty="0">
                <a:solidFill>
                  <a:srgbClr val="262625"/>
                </a:solidFill>
                <a:effectLst/>
                <a:latin typeface="Times New Roman" panose="02020603050405020304" pitchFamily="18" charset="0"/>
              </a:rPr>
              <a:t>01001010</a:t>
            </a:r>
            <a:r>
              <a:rPr lang="en-US" sz="1800" b="0" i="0" dirty="0">
                <a:solidFill>
                  <a:srgbClr val="262625"/>
                </a:solidFill>
                <a:effectLst/>
                <a:latin typeface="Times New Roman" panose="02020603050405020304" pitchFamily="18" charset="0"/>
              </a:rPr>
              <a:t>B </a:t>
            </a:r>
            <a:r>
              <a:rPr lang="zh-CN" altLang="en-US" sz="1800" b="0" i="0" dirty="0">
                <a:solidFill>
                  <a:srgbClr val="262625"/>
                </a:solidFill>
                <a:effectLst/>
                <a:latin typeface="Times New Roman" panose="02020603050405020304" pitchFamily="18" charset="0"/>
              </a:rPr>
              <a:t>所对应的字符是什么？</a:t>
            </a:r>
          </a:p>
          <a:p>
            <a:pPr marL="342900" indent="-342900" algn="just">
              <a:lnSpc>
                <a:spcPct val="150000"/>
              </a:lnSpc>
              <a:buFont typeface="+mj-lt"/>
              <a:buAutoNum type="arabicPeriod"/>
            </a:pPr>
            <a:r>
              <a:rPr lang="zh-CN" altLang="en-US" sz="1800" b="0" i="0" dirty="0">
                <a:solidFill>
                  <a:srgbClr val="262625"/>
                </a:solidFill>
                <a:effectLst/>
                <a:latin typeface="Times New Roman" panose="02020603050405020304" pitchFamily="18" charset="0"/>
              </a:rPr>
              <a:t> 计算机程序的执行过程通常包括哪些步骤？分别列举解释型和编译型语言的优缺点。</a:t>
            </a:r>
          </a:p>
          <a:p>
            <a:pPr marL="342900" indent="-342900" algn="just">
              <a:lnSpc>
                <a:spcPct val="150000"/>
              </a:lnSpc>
              <a:buFont typeface="+mj-lt"/>
              <a:buAutoNum type="arabicPeriod"/>
            </a:pPr>
            <a:r>
              <a:rPr lang="zh-CN" altLang="en-US" sz="1800" b="0" i="0" dirty="0">
                <a:solidFill>
                  <a:srgbClr val="262625"/>
                </a:solidFill>
                <a:effectLst/>
                <a:latin typeface="Times New Roman" panose="02020603050405020304" pitchFamily="18" charset="0"/>
              </a:rPr>
              <a:t>为什么说程序设计语言的发展历程是一个不断追求抽象化的过程？在这一过程中，程序设计思想发生了哪些转变？</a:t>
            </a:r>
          </a:p>
          <a:p>
            <a:pPr marL="342900" indent="-342900" algn="just">
              <a:lnSpc>
                <a:spcPct val="150000"/>
              </a:lnSpc>
              <a:buFont typeface="+mj-lt"/>
              <a:buAutoNum type="arabicPeriod"/>
            </a:pPr>
            <a:r>
              <a:rPr lang="zh-CN" altLang="en-US" sz="1800" b="0" i="0" dirty="0">
                <a:solidFill>
                  <a:srgbClr val="262625"/>
                </a:solidFill>
                <a:effectLst/>
                <a:latin typeface="Times New Roman" panose="02020603050405020304" pitchFamily="18" charset="0"/>
              </a:rPr>
              <a:t> 从程序设计语言的抽象演进过程来看，高级语言如何通过隐藏底层细节提高程序开发效率？请结合实例说明这种抽象如何影响了计算机科学的发展。</a:t>
            </a:r>
          </a:p>
          <a:p>
            <a:pPr marL="342900" indent="-342900" algn="just">
              <a:lnSpc>
                <a:spcPct val="150000"/>
              </a:lnSpc>
              <a:buFont typeface="+mj-lt"/>
              <a:buAutoNum type="arabicPeriod"/>
            </a:pPr>
            <a:r>
              <a:rPr lang="zh-CN" altLang="en-US" sz="1800" b="0" i="0" dirty="0">
                <a:solidFill>
                  <a:srgbClr val="262625"/>
                </a:solidFill>
                <a:effectLst/>
                <a:latin typeface="Times New Roman" panose="02020603050405020304" pitchFamily="18" charset="0"/>
              </a:rPr>
              <a:t> 从“计算思维到数据思维”的转变看，机器学习和深度学习的崛起如何体现了人工智能发展的趋势？请讨论数据在人工智能中的核心作用。</a:t>
            </a:r>
          </a:p>
        </p:txBody>
      </p:sp>
    </p:spTree>
    <p:extLst>
      <p:ext uri="{BB962C8B-B14F-4D97-AF65-F5344CB8AC3E}">
        <p14:creationId xmlns:p14="http://schemas.microsoft.com/office/powerpoint/2010/main" val="2104792080"/>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1" name="Title 1"/>
          <p:cNvSpPr txBox="1">
            <a:spLocks noGrp="1"/>
          </p:cNvSpPr>
          <p:nvPr>
            <p:ph type="ctrTitle"/>
          </p:nvPr>
        </p:nvSpPr>
        <p:spPr>
          <a:prstGeom prst="rect">
            <a:avLst/>
          </a:prstGeom>
        </p:spPr>
        <p:txBody>
          <a:bodyPr/>
          <a:lstStyle/>
          <a:p>
            <a:pPr algn="ctr"/>
            <a:br/>
            <a:r>
              <a:t>——The end——</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sld>
</file>

<file path=ppt/theme/theme1.xml><?xml version="1.0" encoding="utf-8"?>
<a:theme xmlns:a="http://schemas.openxmlformats.org/drawingml/2006/main" name="Academic Literature 16x9">
  <a:themeElements>
    <a:clrScheme name="Academic Literature 16x9">
      <a:dk1>
        <a:srgbClr val="514843"/>
      </a:dk1>
      <a:lt1>
        <a:srgbClr val="FFFFF3"/>
      </a:lt1>
      <a:dk2>
        <a:srgbClr val="A7A7A7"/>
      </a:dk2>
      <a:lt2>
        <a:srgbClr val="535353"/>
      </a:lt2>
      <a:accent1>
        <a:srgbClr val="514843"/>
      </a:accent1>
      <a:accent2>
        <a:srgbClr val="6D7D66"/>
      </a:accent2>
      <a:accent3>
        <a:srgbClr val="525A6A"/>
      </a:accent3>
      <a:accent4>
        <a:srgbClr val="827266"/>
      </a:accent4>
      <a:accent5>
        <a:srgbClr val="AE9A7E"/>
      </a:accent5>
      <a:accent6>
        <a:srgbClr val="A8A39E"/>
      </a:accent6>
      <a:hlink>
        <a:srgbClr val="0000FF"/>
      </a:hlink>
      <a:folHlink>
        <a:srgbClr val="FF00FF"/>
      </a:folHlink>
    </a:clrScheme>
    <a:fontScheme name="Academic Literature 16x9">
      <a:majorFont>
        <a:latin typeface="Euphemia"/>
        <a:ea typeface="Euphemia"/>
        <a:cs typeface="Euphemia"/>
      </a:majorFont>
      <a:minorFont>
        <a:latin typeface="Helvetica"/>
        <a:ea typeface="Helvetica"/>
        <a:cs typeface="Helvetica"/>
      </a:minorFont>
    </a:fontScheme>
    <a:fmtScheme name="Academic Literature 16x9">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38000"/>
              </a:srgbClr>
            </a:outerShdw>
          </a:effectLst>
        </a:effectStyle>
        <a:effectStyle>
          <a:effectLst>
            <a:outerShdw blurRad="38100" dist="25400" dir="5400000" rotWithShape="0">
              <a:srgbClr val="000000">
                <a:alpha val="38000"/>
              </a:srgbClr>
            </a:outerShdw>
          </a:effectLst>
        </a:effectStyle>
        <a:effectStyle>
          <a:effectLst>
            <a:outerShdw blurRad="50800" dist="25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48000" cap="flat">
          <a:solidFill>
            <a:schemeClr val="accent1"/>
          </a:solidFill>
          <a:prstDash val="solid"/>
          <a:round/>
        </a:ln>
        <a:effectLst>
          <a:outerShdw blurRad="38100" dist="25400" dir="5400000" rotWithShape="0">
            <a:srgbClr val="000000">
              <a:alpha val="38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mj-lt"/>
            <a:ea typeface="+mj-ea"/>
            <a:cs typeface="+mj-cs"/>
            <a:sym typeface="Euphemi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48000" cap="flat">
          <a:solidFill>
            <a:schemeClr val="accent1"/>
          </a:solidFill>
          <a:prstDash val="solid"/>
          <a:round/>
        </a:ln>
        <a:effectLst>
          <a:outerShdw blurRad="50800" dist="25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mj-lt"/>
            <a:ea typeface="+mj-ea"/>
            <a:cs typeface="+mj-cs"/>
            <a:sym typeface="Euphemi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Academic Literature 16x9">
  <a:themeElements>
    <a:clrScheme name="Academic Literature 16x9">
      <a:dk1>
        <a:srgbClr val="514843"/>
      </a:dk1>
      <a:lt1>
        <a:srgbClr val="0E3951"/>
      </a:lt1>
      <a:dk2>
        <a:srgbClr val="A7A7A7"/>
      </a:dk2>
      <a:lt2>
        <a:srgbClr val="535353"/>
      </a:lt2>
      <a:accent1>
        <a:srgbClr val="514843"/>
      </a:accent1>
      <a:accent2>
        <a:srgbClr val="6D7D66"/>
      </a:accent2>
      <a:accent3>
        <a:srgbClr val="525A6A"/>
      </a:accent3>
      <a:accent4>
        <a:srgbClr val="827266"/>
      </a:accent4>
      <a:accent5>
        <a:srgbClr val="AE9A7E"/>
      </a:accent5>
      <a:accent6>
        <a:srgbClr val="A8A39E"/>
      </a:accent6>
      <a:hlink>
        <a:srgbClr val="0000FF"/>
      </a:hlink>
      <a:folHlink>
        <a:srgbClr val="FF00FF"/>
      </a:folHlink>
    </a:clrScheme>
    <a:fontScheme name="Academic Literature 16x9">
      <a:majorFont>
        <a:latin typeface="Euphemia"/>
        <a:ea typeface="Euphemia"/>
        <a:cs typeface="Euphemia"/>
      </a:majorFont>
      <a:minorFont>
        <a:latin typeface="Helvetica"/>
        <a:ea typeface="Helvetica"/>
        <a:cs typeface="Helvetica"/>
      </a:minorFont>
    </a:fontScheme>
    <a:fmtScheme name="Academic Literature 16x9">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38000"/>
              </a:srgbClr>
            </a:outerShdw>
          </a:effectLst>
        </a:effectStyle>
        <a:effectStyle>
          <a:effectLst>
            <a:outerShdw blurRad="38100" dist="25400" dir="5400000" rotWithShape="0">
              <a:srgbClr val="000000">
                <a:alpha val="38000"/>
              </a:srgbClr>
            </a:outerShdw>
          </a:effectLst>
        </a:effectStyle>
        <a:effectStyle>
          <a:effectLst>
            <a:outerShdw blurRad="50800" dist="25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48000" cap="flat">
          <a:solidFill>
            <a:schemeClr val="accent1"/>
          </a:solidFill>
          <a:prstDash val="solid"/>
          <a:round/>
        </a:ln>
        <a:effectLst>
          <a:outerShdw blurRad="38100" dist="25400" dir="5400000" rotWithShape="0">
            <a:srgbClr val="000000">
              <a:alpha val="38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mj-lt"/>
            <a:ea typeface="+mj-ea"/>
            <a:cs typeface="+mj-cs"/>
            <a:sym typeface="Euphemi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48000" cap="flat">
          <a:solidFill>
            <a:schemeClr val="accent1"/>
          </a:solidFill>
          <a:prstDash val="solid"/>
          <a:round/>
        </a:ln>
        <a:effectLst>
          <a:outerShdw blurRad="50800" dist="25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mj-lt"/>
            <a:ea typeface="+mj-ea"/>
            <a:cs typeface="+mj-cs"/>
            <a:sym typeface="Euphemi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260</TotalTime>
  <Words>1895</Words>
  <Application>Microsoft Macintosh PowerPoint</Application>
  <PresentationFormat>Widescreen</PresentationFormat>
  <Paragraphs>148</Paragraphs>
  <Slides>29</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29</vt:i4>
      </vt:variant>
    </vt:vector>
  </HeadingPairs>
  <TitlesOfParts>
    <vt:vector size="38" baseType="lpstr">
      <vt:lpstr>SimSun</vt:lpstr>
      <vt:lpstr>SimSun</vt:lpstr>
      <vt:lpstr>Arial</vt:lpstr>
      <vt:lpstr>Cambria Math</vt:lpstr>
      <vt:lpstr>Euphemia</vt:lpstr>
      <vt:lpstr>Open Sans</vt:lpstr>
      <vt:lpstr>Plantagenet Cherokee</vt:lpstr>
      <vt:lpstr>Times New Roman</vt:lpstr>
      <vt:lpstr>Academic Literature 16x9</vt:lpstr>
      <vt:lpstr>第1讲  Python概述</vt:lpstr>
      <vt:lpstr>教学内容</vt:lpstr>
      <vt:lpstr> 1.1 从计算机到计算思维</vt:lpstr>
      <vt:lpstr>1.1 从计算机到计算思维</vt:lpstr>
      <vt:lpstr>1.1 从计算机到计算思维</vt:lpstr>
      <vt:lpstr>1.1 从计算机到计算思维</vt:lpstr>
      <vt:lpstr>1.1 从计算机到计算思维</vt:lpstr>
      <vt:lpstr>1.1 从计算机到计算思维</vt:lpstr>
      <vt:lpstr>1.1 从计算机到计算思维</vt:lpstr>
      <vt:lpstr>1.1 从计算机到计算思维</vt:lpstr>
      <vt:lpstr>1.1 从计算机到计算思维</vt:lpstr>
      <vt:lpstr>1.1 从计算机到计算思维</vt:lpstr>
      <vt:lpstr>1.1 从计算机到计算思维</vt:lpstr>
      <vt:lpstr>1.1 从计算机到计算思维</vt:lpstr>
      <vt:lpstr>1.1 从计算机到计算思维</vt:lpstr>
      <vt:lpstr> 1.2 程序设计语言类型</vt:lpstr>
      <vt:lpstr>1.2 程序设计语言类型</vt:lpstr>
      <vt:lpstr>1.2 程序设计语言类型</vt:lpstr>
      <vt:lpstr>1.2 程序设计语言类型</vt:lpstr>
      <vt:lpstr> 1.3 程序的执行过程</vt:lpstr>
      <vt:lpstr>1.3 程序的执行过程</vt:lpstr>
      <vt:lpstr>1.3 程序的执行过程</vt:lpstr>
      <vt:lpstr>1.3 程序的执行过程</vt:lpstr>
      <vt:lpstr>1.4 程序的抽象与人工智能的发展</vt:lpstr>
      <vt:lpstr>1.4 程序的抽象与人工智能的发展</vt:lpstr>
      <vt:lpstr>1.4 程序的抽象与人工智能的发展</vt:lpstr>
      <vt:lpstr>1.4 程序的抽象与人工智能的发展</vt:lpstr>
      <vt:lpstr>1.5 课后思考</vt:lpstr>
      <vt:lpstr> ——The 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第1讲  Python语言概述</dc:title>
  <cp:lastModifiedBy>Hao Fan</cp:lastModifiedBy>
  <cp:revision>42</cp:revision>
  <dcterms:modified xsi:type="dcterms:W3CDTF">2026-02-26T06:35:51Z</dcterms:modified>
</cp:coreProperties>
</file>